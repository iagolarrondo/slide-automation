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912" r:id="rId4"/>
  </p:sldMasterIdLst>
  <p:notesMasterIdLst>
    <p:notesMasterId r:id="rId29"/>
  </p:notesMasterIdLst>
  <p:handoutMasterIdLst>
    <p:handoutMasterId r:id="rId30"/>
  </p:handoutMasterIdLst>
  <p:sldIdLst>
    <p:sldId id="257" r:id="rId5"/>
    <p:sldId id="819" r:id="rId6"/>
    <p:sldId id="800" r:id="rId7"/>
    <p:sldId id="817" r:id="rId8"/>
    <p:sldId id="818" r:id="rId9"/>
    <p:sldId id="835" r:id="rId10"/>
    <p:sldId id="821" r:id="rId11"/>
    <p:sldId id="823" r:id="rId12"/>
    <p:sldId id="824" r:id="rId13"/>
    <p:sldId id="809" r:id="rId14"/>
    <p:sldId id="825" r:id="rId15"/>
    <p:sldId id="822" r:id="rId16"/>
    <p:sldId id="826" r:id="rId17"/>
    <p:sldId id="827" r:id="rId18"/>
    <p:sldId id="828" r:id="rId19"/>
    <p:sldId id="829" r:id="rId20"/>
    <p:sldId id="831" r:id="rId21"/>
    <p:sldId id="830" r:id="rId22"/>
    <p:sldId id="832" r:id="rId23"/>
    <p:sldId id="816" r:id="rId24"/>
    <p:sldId id="833" r:id="rId25"/>
    <p:sldId id="834" r:id="rId26"/>
    <p:sldId id="836" r:id="rId27"/>
    <p:sldId id="83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FF3"/>
    <a:srgbClr val="1C5EEE"/>
    <a:srgbClr val="1580D7"/>
    <a:srgbClr val="003399"/>
    <a:srgbClr val="1C5DED"/>
    <a:srgbClr val="1F5DEA"/>
    <a:srgbClr val="0B86B4"/>
    <a:srgbClr val="099F91"/>
    <a:srgbClr val="1453D8"/>
    <a:srgbClr val="1F6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61E1A-8DC4-5C47-B576-8CDEAD6F7C8B}" v="438" dt="2026-04-20T02:51:54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03"/>
    <p:restoredTop sz="94726"/>
  </p:normalViewPr>
  <p:slideViewPr>
    <p:cSldViewPr snapToGrid="0">
      <p:cViewPr varScale="1">
        <p:scale>
          <a:sx n="116" d="100"/>
          <a:sy n="116" d="100"/>
        </p:scale>
        <p:origin x="504" y="176"/>
      </p:cViewPr>
      <p:guideLst>
        <p:guide orient="horz" pos="12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9160" y="35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go Larrondo Perez-Izaguirre" userId="414fe1c6-24f1-4f3b-bbf7-5870eef5c572" providerId="ADAL" clId="{5ADAFC16-A985-599A-8414-59AFC7322F08}"/>
    <pc:docChg chg="undo custSel modSld">
      <pc:chgData name="Iago Larrondo Perez-Izaguirre" userId="414fe1c6-24f1-4f3b-bbf7-5870eef5c572" providerId="ADAL" clId="{5ADAFC16-A985-599A-8414-59AFC7322F08}" dt="2026-04-20T02:56:11.201" v="303" actId="20577"/>
      <pc:docMkLst>
        <pc:docMk/>
      </pc:docMkLst>
      <pc:sldChg chg="addSp modSp mod">
        <pc:chgData name="Iago Larrondo Perez-Izaguirre" userId="414fe1c6-24f1-4f3b-bbf7-5870eef5c572" providerId="ADAL" clId="{5ADAFC16-A985-599A-8414-59AFC7322F08}" dt="2026-04-20T02:47:47.185" v="251" actId="108"/>
        <pc:sldMkLst>
          <pc:docMk/>
          <pc:sldMk cId="1946357186" sldId="807"/>
        </pc:sldMkLst>
        <pc:spChg chg="mod">
          <ac:chgData name="Iago Larrondo Perez-Izaguirre" userId="414fe1c6-24f1-4f3b-bbf7-5870eef5c572" providerId="ADAL" clId="{5ADAFC16-A985-599A-8414-59AFC7322F08}" dt="2026-04-20T02:42:51.878" v="188" actId="12"/>
          <ac:spMkLst>
            <pc:docMk/>
            <pc:sldMk cId="1946357186" sldId="807"/>
            <ac:spMk id="2" creationId="{F4078C2B-4733-EBF8-248D-0C0766232999}"/>
          </ac:spMkLst>
        </pc:spChg>
        <pc:spChg chg="mod">
          <ac:chgData name="Iago Larrondo Perez-Izaguirre" userId="414fe1c6-24f1-4f3b-bbf7-5870eef5c572" providerId="ADAL" clId="{5ADAFC16-A985-599A-8414-59AFC7322F08}" dt="2026-04-20T02:43:02.694" v="189" actId="948"/>
          <ac:spMkLst>
            <pc:docMk/>
            <pc:sldMk cId="1946357186" sldId="807"/>
            <ac:spMk id="3" creationId="{ED2A8124-27DC-D92F-9496-1B7D692BCF94}"/>
          </ac:spMkLst>
        </pc:spChg>
        <pc:spChg chg="mod">
          <ac:chgData name="Iago Larrondo Perez-Izaguirre" userId="414fe1c6-24f1-4f3b-bbf7-5870eef5c572" providerId="ADAL" clId="{5ADAFC16-A985-599A-8414-59AFC7322F08}" dt="2026-04-20T02:39:44.881" v="127" actId="12"/>
          <ac:spMkLst>
            <pc:docMk/>
            <pc:sldMk cId="1946357186" sldId="807"/>
            <ac:spMk id="9" creationId="{BFD9E804-568A-61A5-2921-EDE43A6B78EE}"/>
          </ac:spMkLst>
        </pc:spChg>
        <pc:spChg chg="mod">
          <ac:chgData name="Iago Larrondo Perez-Izaguirre" userId="414fe1c6-24f1-4f3b-bbf7-5870eef5c572" providerId="ADAL" clId="{5ADAFC16-A985-599A-8414-59AFC7322F08}" dt="2026-04-20T02:45:06.611" v="205" actId="948"/>
          <ac:spMkLst>
            <pc:docMk/>
            <pc:sldMk cId="1946357186" sldId="807"/>
            <ac:spMk id="13" creationId="{E6D34CEE-BD19-30EA-699A-1D18B33E75E6}"/>
          </ac:spMkLst>
        </pc:spChg>
        <pc:spChg chg="mod">
          <ac:chgData name="Iago Larrondo Perez-Izaguirre" userId="414fe1c6-24f1-4f3b-bbf7-5870eef5c572" providerId="ADAL" clId="{5ADAFC16-A985-599A-8414-59AFC7322F08}" dt="2026-04-20T02:47:47.185" v="251" actId="108"/>
          <ac:spMkLst>
            <pc:docMk/>
            <pc:sldMk cId="1946357186" sldId="807"/>
            <ac:spMk id="15" creationId="{D068ED92-743A-4AC8-8BB4-D3DCD2BB3774}"/>
          </ac:spMkLst>
        </pc:spChg>
        <pc:picChg chg="add mod">
          <ac:chgData name="Iago Larrondo Perez-Izaguirre" userId="414fe1c6-24f1-4f3b-bbf7-5870eef5c572" providerId="ADAL" clId="{5ADAFC16-A985-599A-8414-59AFC7322F08}" dt="2026-04-20T02:44:50.025" v="204" actId="553"/>
          <ac:picMkLst>
            <pc:docMk/>
            <pc:sldMk cId="1946357186" sldId="807"/>
            <ac:picMk id="37" creationId="{3645BD1C-F8F1-DFF0-822F-F367B14EEB35}"/>
          </ac:picMkLst>
        </pc:picChg>
        <pc:picChg chg="add mod">
          <ac:chgData name="Iago Larrondo Perez-Izaguirre" userId="414fe1c6-24f1-4f3b-bbf7-5870eef5c572" providerId="ADAL" clId="{5ADAFC16-A985-599A-8414-59AFC7322F08}" dt="2026-04-20T02:44:50.025" v="204" actId="553"/>
          <ac:picMkLst>
            <pc:docMk/>
            <pc:sldMk cId="1946357186" sldId="807"/>
            <ac:picMk id="39" creationId="{67D2F2DD-06FE-32F6-EACF-B4CE05448B7B}"/>
          </ac:picMkLst>
        </pc:picChg>
        <pc:picChg chg="add mod">
          <ac:chgData name="Iago Larrondo Perez-Izaguirre" userId="414fe1c6-24f1-4f3b-bbf7-5870eef5c572" providerId="ADAL" clId="{5ADAFC16-A985-599A-8414-59AFC7322F08}" dt="2026-04-20T02:44:50.025" v="204" actId="553"/>
          <ac:picMkLst>
            <pc:docMk/>
            <pc:sldMk cId="1946357186" sldId="807"/>
            <ac:picMk id="41" creationId="{2527A74E-8F8F-84D5-139C-F79A30B15C93}"/>
          </ac:picMkLst>
        </pc:picChg>
        <pc:picChg chg="add mod">
          <ac:chgData name="Iago Larrondo Perez-Izaguirre" userId="414fe1c6-24f1-4f3b-bbf7-5870eef5c572" providerId="ADAL" clId="{5ADAFC16-A985-599A-8414-59AFC7322F08}" dt="2026-04-20T02:47:10.328" v="240" actId="207"/>
          <ac:picMkLst>
            <pc:docMk/>
            <pc:sldMk cId="1946357186" sldId="807"/>
            <ac:picMk id="43" creationId="{832F82AD-FC49-4E96-0607-17A4E8BD76F0}"/>
          </ac:picMkLst>
        </pc:picChg>
        <pc:picChg chg="add mod">
          <ac:chgData name="Iago Larrondo Perez-Izaguirre" userId="414fe1c6-24f1-4f3b-bbf7-5870eef5c572" providerId="ADAL" clId="{5ADAFC16-A985-599A-8414-59AFC7322F08}" dt="2026-04-20T02:47:10.328" v="240" actId="207"/>
          <ac:picMkLst>
            <pc:docMk/>
            <pc:sldMk cId="1946357186" sldId="807"/>
            <ac:picMk id="44" creationId="{2C12E2C6-7319-761E-2B95-58BFEA8F113E}"/>
          </ac:picMkLst>
        </pc:picChg>
        <pc:picChg chg="add mod">
          <ac:chgData name="Iago Larrondo Perez-Izaguirre" userId="414fe1c6-24f1-4f3b-bbf7-5870eef5c572" providerId="ADAL" clId="{5ADAFC16-A985-599A-8414-59AFC7322F08}" dt="2026-04-20T02:47:10.328" v="240" actId="207"/>
          <ac:picMkLst>
            <pc:docMk/>
            <pc:sldMk cId="1946357186" sldId="807"/>
            <ac:picMk id="45" creationId="{5A3D0907-51FB-AFC0-0DC2-7CBE51E4307F}"/>
          </ac:picMkLst>
        </pc:picChg>
        <pc:cxnChg chg="add mod">
          <ac:chgData name="Iago Larrondo Perez-Izaguirre" userId="414fe1c6-24f1-4f3b-bbf7-5870eef5c572" providerId="ADAL" clId="{5ADAFC16-A985-599A-8414-59AFC7322F08}" dt="2026-04-20T02:41:08.090" v="146" actId="465"/>
          <ac:cxnSpMkLst>
            <pc:docMk/>
            <pc:sldMk cId="1946357186" sldId="807"/>
            <ac:cxnSpMk id="12" creationId="{1758B042-FA7B-89DC-5942-87BA3EED60B8}"/>
          </ac:cxnSpMkLst>
        </pc:cxnChg>
        <pc:cxnChg chg="add mod">
          <ac:chgData name="Iago Larrondo Perez-Izaguirre" userId="414fe1c6-24f1-4f3b-bbf7-5870eef5c572" providerId="ADAL" clId="{5ADAFC16-A985-599A-8414-59AFC7322F08}" dt="2026-04-20T02:41:36.579" v="163" actId="14100"/>
          <ac:cxnSpMkLst>
            <pc:docMk/>
            <pc:sldMk cId="1946357186" sldId="807"/>
            <ac:cxnSpMk id="23" creationId="{8EDB6833-FB5F-37A3-B4ED-1A5FB221B36A}"/>
          </ac:cxnSpMkLst>
        </pc:cxnChg>
        <pc:cxnChg chg="add mod">
          <ac:chgData name="Iago Larrondo Perez-Izaguirre" userId="414fe1c6-24f1-4f3b-bbf7-5870eef5c572" providerId="ADAL" clId="{5ADAFC16-A985-599A-8414-59AFC7322F08}" dt="2026-04-20T02:41:28.352" v="156" actId="14100"/>
          <ac:cxnSpMkLst>
            <pc:docMk/>
            <pc:sldMk cId="1946357186" sldId="807"/>
            <ac:cxnSpMk id="26" creationId="{24A26595-6AAE-BBF8-2501-4521FC4536FD}"/>
          </ac:cxnSpMkLst>
        </pc:cxnChg>
        <pc:cxnChg chg="add mod">
          <ac:chgData name="Iago Larrondo Perez-Izaguirre" userId="414fe1c6-24f1-4f3b-bbf7-5870eef5c572" providerId="ADAL" clId="{5ADAFC16-A985-599A-8414-59AFC7322F08}" dt="2026-04-20T02:41:16.507" v="152" actId="14100"/>
          <ac:cxnSpMkLst>
            <pc:docMk/>
            <pc:sldMk cId="1946357186" sldId="807"/>
            <ac:cxnSpMk id="27" creationId="{339CCD4E-53A7-3BA1-BF59-B417AE91187D}"/>
          </ac:cxnSpMkLst>
        </pc:cxnChg>
        <pc:cxnChg chg="add mod">
          <ac:chgData name="Iago Larrondo Perez-Izaguirre" userId="414fe1c6-24f1-4f3b-bbf7-5870eef5c572" providerId="ADAL" clId="{5ADAFC16-A985-599A-8414-59AFC7322F08}" dt="2026-04-20T02:41:12.949" v="148" actId="14100"/>
          <ac:cxnSpMkLst>
            <pc:docMk/>
            <pc:sldMk cId="1946357186" sldId="807"/>
            <ac:cxnSpMk id="29" creationId="{2ABBF123-E05A-7AA6-731B-26E9EF344BF4}"/>
          </ac:cxnSpMkLst>
        </pc:cxnChg>
        <pc:cxnChg chg="add mod">
          <ac:chgData name="Iago Larrondo Perez-Izaguirre" userId="414fe1c6-24f1-4f3b-bbf7-5870eef5c572" providerId="ADAL" clId="{5ADAFC16-A985-599A-8414-59AFC7322F08}" dt="2026-04-20T02:41:57.003" v="173" actId="197"/>
          <ac:cxnSpMkLst>
            <pc:docMk/>
            <pc:sldMk cId="1946357186" sldId="807"/>
            <ac:cxnSpMk id="30" creationId="{59F0B82E-67C8-0EFE-7782-4C05B0B7D503}"/>
          </ac:cxnSpMkLst>
        </pc:cxnChg>
        <pc:cxnChg chg="add mod">
          <ac:chgData name="Iago Larrondo Perez-Izaguirre" userId="414fe1c6-24f1-4f3b-bbf7-5870eef5c572" providerId="ADAL" clId="{5ADAFC16-A985-599A-8414-59AFC7322F08}" dt="2026-04-20T02:41:57.003" v="173" actId="197"/>
          <ac:cxnSpMkLst>
            <pc:docMk/>
            <pc:sldMk cId="1946357186" sldId="807"/>
            <ac:cxnSpMk id="31" creationId="{AC4ED991-E8AD-BB61-1C40-EEA06FC2FF12}"/>
          </ac:cxnSpMkLst>
        </pc:cxnChg>
        <pc:cxnChg chg="add mod">
          <ac:chgData name="Iago Larrondo Perez-Izaguirre" userId="414fe1c6-24f1-4f3b-bbf7-5870eef5c572" providerId="ADAL" clId="{5ADAFC16-A985-599A-8414-59AFC7322F08}" dt="2026-04-20T02:41:57.003" v="173" actId="197"/>
          <ac:cxnSpMkLst>
            <pc:docMk/>
            <pc:sldMk cId="1946357186" sldId="807"/>
            <ac:cxnSpMk id="33" creationId="{71E24BED-C320-5B19-593D-CC2F8390D3DB}"/>
          </ac:cxnSpMkLst>
        </pc:cxnChg>
        <pc:cxnChg chg="add mod">
          <ac:chgData name="Iago Larrondo Perez-Izaguirre" userId="414fe1c6-24f1-4f3b-bbf7-5870eef5c572" providerId="ADAL" clId="{5ADAFC16-A985-599A-8414-59AFC7322F08}" dt="2026-04-20T02:41:57.003" v="173" actId="197"/>
          <ac:cxnSpMkLst>
            <pc:docMk/>
            <pc:sldMk cId="1946357186" sldId="807"/>
            <ac:cxnSpMk id="34" creationId="{DC043280-07D4-9584-4F9E-591B6575A13E}"/>
          </ac:cxnSpMkLst>
        </pc:cxnChg>
        <pc:cxnChg chg="add mod">
          <ac:chgData name="Iago Larrondo Perez-Izaguirre" userId="414fe1c6-24f1-4f3b-bbf7-5870eef5c572" providerId="ADAL" clId="{5ADAFC16-A985-599A-8414-59AFC7322F08}" dt="2026-04-20T02:41:57.003" v="173" actId="197"/>
          <ac:cxnSpMkLst>
            <pc:docMk/>
            <pc:sldMk cId="1946357186" sldId="807"/>
            <ac:cxnSpMk id="35" creationId="{E9021546-C7DD-A369-9720-395285E5F136}"/>
          </ac:cxnSpMkLst>
        </pc:cxnChg>
      </pc:sldChg>
      <pc:sldChg chg="modSp mod">
        <pc:chgData name="Iago Larrondo Perez-Izaguirre" userId="414fe1c6-24f1-4f3b-bbf7-5870eef5c572" providerId="ADAL" clId="{5ADAFC16-A985-599A-8414-59AFC7322F08}" dt="2026-04-20T02:32:07.559" v="76" actId="403"/>
        <pc:sldMkLst>
          <pc:docMk/>
          <pc:sldMk cId="1209188680" sldId="809"/>
        </pc:sldMkLst>
        <pc:spChg chg="mod">
          <ac:chgData name="Iago Larrondo Perez-Izaguirre" userId="414fe1c6-24f1-4f3b-bbf7-5870eef5c572" providerId="ADAL" clId="{5ADAFC16-A985-599A-8414-59AFC7322F08}" dt="2026-04-20T02:32:07.559" v="76" actId="403"/>
          <ac:spMkLst>
            <pc:docMk/>
            <pc:sldMk cId="1209188680" sldId="809"/>
            <ac:spMk id="4" creationId="{E3F028F4-3B8C-3285-8CF4-D90B1948F3B0}"/>
          </ac:spMkLst>
        </pc:spChg>
      </pc:sldChg>
      <pc:sldChg chg="addSp delSp modSp mod">
        <pc:chgData name="Iago Larrondo Perez-Izaguirre" userId="414fe1c6-24f1-4f3b-bbf7-5870eef5c572" providerId="ADAL" clId="{5ADAFC16-A985-599A-8414-59AFC7322F08}" dt="2026-04-20T02:56:11.201" v="303" actId="20577"/>
        <pc:sldMkLst>
          <pc:docMk/>
          <pc:sldMk cId="2676289081" sldId="815"/>
        </pc:sldMkLst>
        <pc:spChg chg="add mod">
          <ac:chgData name="Iago Larrondo Perez-Izaguirre" userId="414fe1c6-24f1-4f3b-bbf7-5870eef5c572" providerId="ADAL" clId="{5ADAFC16-A985-599A-8414-59AFC7322F08}" dt="2026-04-20T02:36:33.890" v="104" actId="1076"/>
          <ac:spMkLst>
            <pc:docMk/>
            <pc:sldMk cId="2676289081" sldId="815"/>
            <ac:spMk id="2" creationId="{F16CE79F-0E7B-026B-C337-1F6DE6124566}"/>
          </ac:spMkLst>
        </pc:spChg>
        <pc:spChg chg="del mod">
          <ac:chgData name="Iago Larrondo Perez-Izaguirre" userId="414fe1c6-24f1-4f3b-bbf7-5870eef5c572" providerId="ADAL" clId="{5ADAFC16-A985-599A-8414-59AFC7322F08}" dt="2026-04-20T00:34:52.635" v="71" actId="478"/>
          <ac:spMkLst>
            <pc:docMk/>
            <pc:sldMk cId="2676289081" sldId="815"/>
            <ac:spMk id="3" creationId="{CD0993F3-E8C3-FE50-38E6-E0A4A5E39EFE}"/>
          </ac:spMkLst>
        </pc:spChg>
        <pc:spChg chg="add del mod modVis">
          <ac:chgData name="Iago Larrondo Perez-Izaguirre" userId="414fe1c6-24f1-4f3b-bbf7-5870eef5c572" providerId="ADAL" clId="{5ADAFC16-A985-599A-8414-59AFC7322F08}" dt="2026-04-20T00:34:45.029" v="67"/>
          <ac:spMkLst>
            <pc:docMk/>
            <pc:sldMk cId="2676289081" sldId="815"/>
            <ac:spMk id="4" creationId="{DB602722-5538-652A-FFB3-7B8B09A99841}"/>
          </ac:spMkLst>
        </pc:spChg>
        <pc:spChg chg="mod">
          <ac:chgData name="Iago Larrondo Perez-Izaguirre" userId="414fe1c6-24f1-4f3b-bbf7-5870eef5c572" providerId="ADAL" clId="{5ADAFC16-A985-599A-8414-59AFC7322F08}" dt="2026-04-20T00:34:45.020" v="33"/>
          <ac:spMkLst>
            <pc:docMk/>
            <pc:sldMk cId="2676289081" sldId="815"/>
            <ac:spMk id="5" creationId="{5DF66859-1591-8BFC-1DB3-5324CD933A96}"/>
          </ac:spMkLst>
        </pc:spChg>
        <pc:spChg chg="mod">
          <ac:chgData name="Iago Larrondo Perez-Izaguirre" userId="414fe1c6-24f1-4f3b-bbf7-5870eef5c572" providerId="ADAL" clId="{5ADAFC16-A985-599A-8414-59AFC7322F08}" dt="2026-04-20T00:34:45.020" v="34"/>
          <ac:spMkLst>
            <pc:docMk/>
            <pc:sldMk cId="2676289081" sldId="815"/>
            <ac:spMk id="7" creationId="{8AC1D073-917B-227D-A0A6-49206B07A783}"/>
          </ac:spMkLst>
        </pc:spChg>
        <pc:spChg chg="mod">
          <ac:chgData name="Iago Larrondo Perez-Izaguirre" userId="414fe1c6-24f1-4f3b-bbf7-5870eef5c572" providerId="ADAL" clId="{5ADAFC16-A985-599A-8414-59AFC7322F08}" dt="2026-04-20T00:34:45.020" v="35"/>
          <ac:spMkLst>
            <pc:docMk/>
            <pc:sldMk cId="2676289081" sldId="815"/>
            <ac:spMk id="8" creationId="{F90E6803-4530-4794-32EC-CA3D097C4D2B}"/>
          </ac:spMkLst>
        </pc:spChg>
        <pc:spChg chg="mod">
          <ac:chgData name="Iago Larrondo Perez-Izaguirre" userId="414fe1c6-24f1-4f3b-bbf7-5870eef5c572" providerId="ADAL" clId="{5ADAFC16-A985-599A-8414-59AFC7322F08}" dt="2026-04-20T02:35:57.285" v="94" actId="179"/>
          <ac:spMkLst>
            <pc:docMk/>
            <pc:sldMk cId="2676289081" sldId="815"/>
            <ac:spMk id="11" creationId="{ADA39E4E-8FCF-06B9-97AE-21E25E4C2FD0}"/>
          </ac:spMkLst>
        </pc:spChg>
        <pc:spChg chg="mod">
          <ac:chgData name="Iago Larrondo Perez-Izaguirre" userId="414fe1c6-24f1-4f3b-bbf7-5870eef5c572" providerId="ADAL" clId="{5ADAFC16-A985-599A-8414-59AFC7322F08}" dt="2026-04-20T00:34:45.023" v="45"/>
          <ac:spMkLst>
            <pc:docMk/>
            <pc:sldMk cId="2676289081" sldId="815"/>
            <ac:spMk id="13" creationId="{99D7A3B0-9FF3-4AB5-8987-4DE4F67B8C5A}"/>
          </ac:spMkLst>
        </pc:spChg>
        <pc:spChg chg="mod">
          <ac:chgData name="Iago Larrondo Perez-Izaguirre" userId="414fe1c6-24f1-4f3b-bbf7-5870eef5c572" providerId="ADAL" clId="{5ADAFC16-A985-599A-8414-59AFC7322F08}" dt="2026-04-20T00:34:45.024" v="47"/>
          <ac:spMkLst>
            <pc:docMk/>
            <pc:sldMk cId="2676289081" sldId="815"/>
            <ac:spMk id="14" creationId="{D87F0967-63E8-93B9-8CD2-F2C8C56505B5}"/>
          </ac:spMkLst>
        </pc:spChg>
        <pc:spChg chg="mod">
          <ac:chgData name="Iago Larrondo Perez-Izaguirre" userId="414fe1c6-24f1-4f3b-bbf7-5870eef5c572" providerId="ADAL" clId="{5ADAFC16-A985-599A-8414-59AFC7322F08}" dt="2026-04-20T00:34:45.024" v="49"/>
          <ac:spMkLst>
            <pc:docMk/>
            <pc:sldMk cId="2676289081" sldId="815"/>
            <ac:spMk id="15" creationId="{43882542-13FB-CC6C-8136-E58F151498BB}"/>
          </ac:spMkLst>
        </pc:spChg>
        <pc:spChg chg="mod">
          <ac:chgData name="Iago Larrondo Perez-Izaguirre" userId="414fe1c6-24f1-4f3b-bbf7-5870eef5c572" providerId="ADAL" clId="{5ADAFC16-A985-599A-8414-59AFC7322F08}" dt="2026-04-20T00:34:45.025" v="51"/>
          <ac:spMkLst>
            <pc:docMk/>
            <pc:sldMk cId="2676289081" sldId="815"/>
            <ac:spMk id="16" creationId="{52EA1783-FEEE-FBEA-9BF6-5D2B30F30EF2}"/>
          </ac:spMkLst>
        </pc:spChg>
        <pc:spChg chg="mod">
          <ac:chgData name="Iago Larrondo Perez-Izaguirre" userId="414fe1c6-24f1-4f3b-bbf7-5870eef5c572" providerId="ADAL" clId="{5ADAFC16-A985-599A-8414-59AFC7322F08}" dt="2026-04-20T00:34:45.025" v="53"/>
          <ac:spMkLst>
            <pc:docMk/>
            <pc:sldMk cId="2676289081" sldId="815"/>
            <ac:spMk id="18" creationId="{5D1847B3-7B91-E67A-0200-B95F3C3F8E81}"/>
          </ac:spMkLst>
        </pc:spChg>
        <pc:spChg chg="add del mod">
          <ac:chgData name="Iago Larrondo Perez-Izaguirre" userId="414fe1c6-24f1-4f3b-bbf7-5870eef5c572" providerId="ADAL" clId="{5ADAFC16-A985-599A-8414-59AFC7322F08}" dt="2026-04-20T02:38:39.140" v="123" actId="478"/>
          <ac:spMkLst>
            <pc:docMk/>
            <pc:sldMk cId="2676289081" sldId="815"/>
            <ac:spMk id="29" creationId="{0CF1800C-D497-ECA1-0116-BE998A0579AD}"/>
          </ac:spMkLst>
        </pc:spChg>
        <pc:spChg chg="mod">
          <ac:chgData name="Iago Larrondo Perez-Izaguirre" userId="414fe1c6-24f1-4f3b-bbf7-5870eef5c572" providerId="ADAL" clId="{5ADAFC16-A985-599A-8414-59AFC7322F08}" dt="2026-04-20T00:34:45.021" v="38"/>
          <ac:spMkLst>
            <pc:docMk/>
            <pc:sldMk cId="2676289081" sldId="815"/>
            <ac:spMk id="35" creationId="{7B8B2FC2-8CF2-50DD-D6A2-1BBF5C04370A}"/>
          </ac:spMkLst>
        </pc:spChg>
        <pc:spChg chg="mod">
          <ac:chgData name="Iago Larrondo Perez-Izaguirre" userId="414fe1c6-24f1-4f3b-bbf7-5870eef5c572" providerId="ADAL" clId="{5ADAFC16-A985-599A-8414-59AFC7322F08}" dt="2026-04-20T02:56:05.322" v="296" actId="113"/>
          <ac:spMkLst>
            <pc:docMk/>
            <pc:sldMk cId="2676289081" sldId="815"/>
            <ac:spMk id="40" creationId="{3F31B0C7-732C-9F8D-4AD4-890C38C87E8A}"/>
          </ac:spMkLst>
        </pc:spChg>
        <pc:spChg chg="mod">
          <ac:chgData name="Iago Larrondo Perez-Izaguirre" userId="414fe1c6-24f1-4f3b-bbf7-5870eef5c572" providerId="ADAL" clId="{5ADAFC16-A985-599A-8414-59AFC7322F08}" dt="2026-04-20T00:34:45.021" v="39"/>
          <ac:spMkLst>
            <pc:docMk/>
            <pc:sldMk cId="2676289081" sldId="815"/>
            <ac:spMk id="42" creationId="{9C8148F8-12D8-1C46-2620-3F2AA5C37583}"/>
          </ac:spMkLst>
        </pc:spChg>
        <pc:spChg chg="mod">
          <ac:chgData name="Iago Larrondo Perez-Izaguirre" userId="414fe1c6-24f1-4f3b-bbf7-5870eef5c572" providerId="ADAL" clId="{5ADAFC16-A985-599A-8414-59AFC7322F08}" dt="2026-04-20T02:56:05.322" v="296" actId="113"/>
          <ac:spMkLst>
            <pc:docMk/>
            <pc:sldMk cId="2676289081" sldId="815"/>
            <ac:spMk id="47" creationId="{FD6D8EBC-C016-CEA4-D0CD-AF8B782B02E8}"/>
          </ac:spMkLst>
        </pc:spChg>
        <pc:spChg chg="mod">
          <ac:chgData name="Iago Larrondo Perez-Izaguirre" userId="414fe1c6-24f1-4f3b-bbf7-5870eef5c572" providerId="ADAL" clId="{5ADAFC16-A985-599A-8414-59AFC7322F08}" dt="2026-04-20T00:34:45.022" v="40"/>
          <ac:spMkLst>
            <pc:docMk/>
            <pc:sldMk cId="2676289081" sldId="815"/>
            <ac:spMk id="49" creationId="{29474048-F578-7725-DA21-32F950947DE4}"/>
          </ac:spMkLst>
        </pc:spChg>
        <pc:spChg chg="mod">
          <ac:chgData name="Iago Larrondo Perez-Izaguirre" userId="414fe1c6-24f1-4f3b-bbf7-5870eef5c572" providerId="ADAL" clId="{5ADAFC16-A985-599A-8414-59AFC7322F08}" dt="2026-04-20T02:56:05.322" v="296" actId="113"/>
          <ac:spMkLst>
            <pc:docMk/>
            <pc:sldMk cId="2676289081" sldId="815"/>
            <ac:spMk id="54" creationId="{D14917E0-5530-5A87-7965-4A53A4D22042}"/>
          </ac:spMkLst>
        </pc:spChg>
        <pc:spChg chg="mod">
          <ac:chgData name="Iago Larrondo Perez-Izaguirre" userId="414fe1c6-24f1-4f3b-bbf7-5870eef5c572" providerId="ADAL" clId="{5ADAFC16-A985-599A-8414-59AFC7322F08}" dt="2026-04-20T00:34:45.022" v="41"/>
          <ac:spMkLst>
            <pc:docMk/>
            <pc:sldMk cId="2676289081" sldId="815"/>
            <ac:spMk id="56" creationId="{16DF8171-E241-E1ED-CCE8-1EDB34F6E2D9}"/>
          </ac:spMkLst>
        </pc:spChg>
        <pc:spChg chg="mod">
          <ac:chgData name="Iago Larrondo Perez-Izaguirre" userId="414fe1c6-24f1-4f3b-bbf7-5870eef5c572" providerId="ADAL" clId="{5ADAFC16-A985-599A-8414-59AFC7322F08}" dt="2026-04-20T02:56:05.322" v="296" actId="113"/>
          <ac:spMkLst>
            <pc:docMk/>
            <pc:sldMk cId="2676289081" sldId="815"/>
            <ac:spMk id="61" creationId="{38453AC0-9E69-5080-81F3-051E4F180294}"/>
          </ac:spMkLst>
        </pc:spChg>
        <pc:spChg chg="mod">
          <ac:chgData name="Iago Larrondo Perez-Izaguirre" userId="414fe1c6-24f1-4f3b-bbf7-5870eef5c572" providerId="ADAL" clId="{5ADAFC16-A985-599A-8414-59AFC7322F08}" dt="2026-04-20T00:34:45.022" v="42"/>
          <ac:spMkLst>
            <pc:docMk/>
            <pc:sldMk cId="2676289081" sldId="815"/>
            <ac:spMk id="78" creationId="{D99E5D7D-F199-F2FC-8AFF-B6E171DEB89F}"/>
          </ac:spMkLst>
        </pc:spChg>
        <pc:spChg chg="mod">
          <ac:chgData name="Iago Larrondo Perez-Izaguirre" userId="414fe1c6-24f1-4f3b-bbf7-5870eef5c572" providerId="ADAL" clId="{5ADAFC16-A985-599A-8414-59AFC7322F08}" dt="2026-04-20T02:56:05.322" v="296" actId="113"/>
          <ac:spMkLst>
            <pc:docMk/>
            <pc:sldMk cId="2676289081" sldId="815"/>
            <ac:spMk id="83" creationId="{06D99A13-36D3-067F-CED5-452A34F648D0}"/>
          </ac:spMkLst>
        </pc:spChg>
        <pc:spChg chg="mod">
          <ac:chgData name="Iago Larrondo Perez-Izaguirre" userId="414fe1c6-24f1-4f3b-bbf7-5870eef5c572" providerId="ADAL" clId="{5ADAFC16-A985-599A-8414-59AFC7322F08}" dt="2026-04-20T00:34:45.023" v="43"/>
          <ac:spMkLst>
            <pc:docMk/>
            <pc:sldMk cId="2676289081" sldId="815"/>
            <ac:spMk id="85" creationId="{392234F8-19F1-761E-43EB-AC7113D9E21C}"/>
          </ac:spMkLst>
        </pc:spChg>
        <pc:spChg chg="mod">
          <ac:chgData name="Iago Larrondo Perez-Izaguirre" userId="414fe1c6-24f1-4f3b-bbf7-5870eef5c572" providerId="ADAL" clId="{5ADAFC16-A985-599A-8414-59AFC7322F08}" dt="2026-04-20T02:56:05.322" v="296" actId="113"/>
          <ac:spMkLst>
            <pc:docMk/>
            <pc:sldMk cId="2676289081" sldId="815"/>
            <ac:spMk id="90" creationId="{04DE359B-71CF-B133-DE9E-EDDC20F8482B}"/>
          </ac:spMkLst>
        </pc:spChg>
        <pc:spChg chg="mod">
          <ac:chgData name="Iago Larrondo Perez-Izaguirre" userId="414fe1c6-24f1-4f3b-bbf7-5870eef5c572" providerId="ADAL" clId="{5ADAFC16-A985-599A-8414-59AFC7322F08}" dt="2026-04-20T00:34:45.023" v="44"/>
          <ac:spMkLst>
            <pc:docMk/>
            <pc:sldMk cId="2676289081" sldId="815"/>
            <ac:spMk id="92" creationId="{7334083C-6779-5316-A0E5-505AE147B00A}"/>
          </ac:spMkLst>
        </pc:spChg>
        <pc:spChg chg="mod">
          <ac:chgData name="Iago Larrondo Perez-Izaguirre" userId="414fe1c6-24f1-4f3b-bbf7-5870eef5c572" providerId="ADAL" clId="{5ADAFC16-A985-599A-8414-59AFC7322F08}" dt="2026-04-20T02:56:11.201" v="303" actId="20577"/>
          <ac:spMkLst>
            <pc:docMk/>
            <pc:sldMk cId="2676289081" sldId="815"/>
            <ac:spMk id="97" creationId="{7725B6F6-573E-25D3-D55C-F3D6632B1BE4}"/>
          </ac:spMkLst>
        </pc:spChg>
        <pc:spChg chg="mod">
          <ac:chgData name="Iago Larrondo Perez-Izaguirre" userId="414fe1c6-24f1-4f3b-bbf7-5870eef5c572" providerId="ADAL" clId="{5ADAFC16-A985-599A-8414-59AFC7322F08}" dt="2026-04-20T00:34:45.023" v="46"/>
          <ac:spMkLst>
            <pc:docMk/>
            <pc:sldMk cId="2676289081" sldId="815"/>
            <ac:spMk id="100" creationId="{395E5B23-1CD7-3E8F-C402-C324462C2DB7}"/>
          </ac:spMkLst>
        </pc:spChg>
        <pc:spChg chg="mod">
          <ac:chgData name="Iago Larrondo Perez-Izaguirre" userId="414fe1c6-24f1-4f3b-bbf7-5870eef5c572" providerId="ADAL" clId="{5ADAFC16-A985-599A-8414-59AFC7322F08}" dt="2026-04-20T00:34:45.024" v="48"/>
          <ac:spMkLst>
            <pc:docMk/>
            <pc:sldMk cId="2676289081" sldId="815"/>
            <ac:spMk id="101" creationId="{B09DCF98-CAA1-30E2-820E-830D076C2936}"/>
          </ac:spMkLst>
        </pc:spChg>
        <pc:spChg chg="mod">
          <ac:chgData name="Iago Larrondo Perez-Izaguirre" userId="414fe1c6-24f1-4f3b-bbf7-5870eef5c572" providerId="ADAL" clId="{5ADAFC16-A985-599A-8414-59AFC7322F08}" dt="2026-04-20T00:34:45.025" v="50"/>
          <ac:spMkLst>
            <pc:docMk/>
            <pc:sldMk cId="2676289081" sldId="815"/>
            <ac:spMk id="102" creationId="{335BBDC1-DB31-AC02-B81C-7FFCE6CBE6C6}"/>
          </ac:spMkLst>
        </pc:spChg>
        <pc:spChg chg="mod">
          <ac:chgData name="Iago Larrondo Perez-Izaguirre" userId="414fe1c6-24f1-4f3b-bbf7-5870eef5c572" providerId="ADAL" clId="{5ADAFC16-A985-599A-8414-59AFC7322F08}" dt="2026-04-20T00:34:45.025" v="52"/>
          <ac:spMkLst>
            <pc:docMk/>
            <pc:sldMk cId="2676289081" sldId="815"/>
            <ac:spMk id="103" creationId="{8BFCF4D3-DAB6-67DD-AAA9-BE491D58D628}"/>
          </ac:spMkLst>
        </pc:spChg>
        <pc:spChg chg="mod">
          <ac:chgData name="Iago Larrondo Perez-Izaguirre" userId="414fe1c6-24f1-4f3b-bbf7-5870eef5c572" providerId="ADAL" clId="{5ADAFC16-A985-599A-8414-59AFC7322F08}" dt="2026-04-20T00:34:45.028" v="61"/>
          <ac:spMkLst>
            <pc:docMk/>
            <pc:sldMk cId="2676289081" sldId="815"/>
            <ac:spMk id="104" creationId="{6C7ACAC8-1527-44DC-7F39-3B3FCF940A6F}"/>
          </ac:spMkLst>
        </pc:spChg>
        <pc:spChg chg="mod">
          <ac:chgData name="Iago Larrondo Perez-Izaguirre" userId="414fe1c6-24f1-4f3b-bbf7-5870eef5c572" providerId="ADAL" clId="{5ADAFC16-A985-599A-8414-59AFC7322F08}" dt="2026-04-20T00:34:45.028" v="63"/>
          <ac:spMkLst>
            <pc:docMk/>
            <pc:sldMk cId="2676289081" sldId="815"/>
            <ac:spMk id="115" creationId="{04C9A380-6F31-12DB-9906-F963BCFAD6FC}"/>
          </ac:spMkLst>
        </pc:spChg>
        <pc:spChg chg="mod">
          <ac:chgData name="Iago Larrondo Perez-Izaguirre" userId="414fe1c6-24f1-4f3b-bbf7-5870eef5c572" providerId="ADAL" clId="{5ADAFC16-A985-599A-8414-59AFC7322F08}" dt="2026-04-20T00:34:45.028" v="65"/>
          <ac:spMkLst>
            <pc:docMk/>
            <pc:sldMk cId="2676289081" sldId="815"/>
            <ac:spMk id="120" creationId="{275C454A-4111-7F73-C8BB-6FA5234D4CC5}"/>
          </ac:spMkLst>
        </pc:spChg>
        <pc:graphicFrameChg chg="mod">
          <ac:chgData name="Iago Larrondo Perez-Izaguirre" userId="414fe1c6-24f1-4f3b-bbf7-5870eef5c572" providerId="ADAL" clId="{5ADAFC16-A985-599A-8414-59AFC7322F08}" dt="2026-04-20T00:34:45.030" v="69"/>
          <ac:graphicFrameMkLst>
            <pc:docMk/>
            <pc:sldMk cId="2676289081" sldId="815"/>
            <ac:graphicFrameMk id="6" creationId="{CF0C1FC2-3B12-4828-AE20-271178BB9515}"/>
          </ac:graphicFrameMkLst>
        </pc:graphicFrameChg>
        <pc:picChg chg="add mod">
          <ac:chgData name="Iago Larrondo Perez-Izaguirre" userId="414fe1c6-24f1-4f3b-bbf7-5870eef5c572" providerId="ADAL" clId="{5ADAFC16-A985-599A-8414-59AFC7322F08}" dt="2026-04-20T02:37:25.478" v="115" actId="207"/>
          <ac:picMkLst>
            <pc:docMk/>
            <pc:sldMk cId="2676289081" sldId="815"/>
            <ac:picMk id="10" creationId="{7C8896C7-2BEF-E7C2-DC7D-8FA0DC1CB393}"/>
          </ac:picMkLst>
        </pc:picChg>
        <pc:picChg chg="add mod">
          <ac:chgData name="Iago Larrondo Perez-Izaguirre" userId="414fe1c6-24f1-4f3b-bbf7-5870eef5c572" providerId="ADAL" clId="{5ADAFC16-A985-599A-8414-59AFC7322F08}" dt="2026-04-20T02:37:43.445" v="117" actId="207"/>
          <ac:picMkLst>
            <pc:docMk/>
            <pc:sldMk cId="2676289081" sldId="815"/>
            <ac:picMk id="17" creationId="{3A4285A1-3445-B00A-2168-332DAD421EA4}"/>
          </ac:picMkLst>
        </pc:picChg>
        <pc:picChg chg="add mod">
          <ac:chgData name="Iago Larrondo Perez-Izaguirre" userId="414fe1c6-24f1-4f3b-bbf7-5870eef5c572" providerId="ADAL" clId="{5ADAFC16-A985-599A-8414-59AFC7322F08}" dt="2026-04-20T02:37:53.987" v="118" actId="207"/>
          <ac:picMkLst>
            <pc:docMk/>
            <pc:sldMk cId="2676289081" sldId="815"/>
            <ac:picMk id="20" creationId="{16765321-AF31-8272-3F5B-4C1BE8BB5717}"/>
          </ac:picMkLst>
        </pc:picChg>
        <pc:picChg chg="add mod">
          <ac:chgData name="Iago Larrondo Perez-Izaguirre" userId="414fe1c6-24f1-4f3b-bbf7-5870eef5c572" providerId="ADAL" clId="{5ADAFC16-A985-599A-8414-59AFC7322F08}" dt="2026-04-20T02:38:04.355" v="119" actId="207"/>
          <ac:picMkLst>
            <pc:docMk/>
            <pc:sldMk cId="2676289081" sldId="815"/>
            <ac:picMk id="22" creationId="{E882B386-0B87-0D2F-6DFB-4C9516822ADA}"/>
          </ac:picMkLst>
        </pc:picChg>
        <pc:picChg chg="add mod">
          <ac:chgData name="Iago Larrondo Perez-Izaguirre" userId="414fe1c6-24f1-4f3b-bbf7-5870eef5c572" providerId="ADAL" clId="{5ADAFC16-A985-599A-8414-59AFC7322F08}" dt="2026-04-20T02:38:17.069" v="120" actId="207"/>
          <ac:picMkLst>
            <pc:docMk/>
            <pc:sldMk cId="2676289081" sldId="815"/>
            <ac:picMk id="24" creationId="{C6D3F7EB-880D-ADB7-9D42-0D335761E332}"/>
          </ac:picMkLst>
        </pc:picChg>
        <pc:picChg chg="add mod">
          <ac:chgData name="Iago Larrondo Perez-Izaguirre" userId="414fe1c6-24f1-4f3b-bbf7-5870eef5c572" providerId="ADAL" clId="{5ADAFC16-A985-599A-8414-59AFC7322F08}" dt="2026-04-20T02:38:30.037" v="121" actId="207"/>
          <ac:picMkLst>
            <pc:docMk/>
            <pc:sldMk cId="2676289081" sldId="815"/>
            <ac:picMk id="26" creationId="{9CBC8D8B-AA64-05EA-CE93-8BA20BAA8A57}"/>
          </ac:picMkLst>
        </pc:picChg>
        <pc:picChg chg="add mod">
          <ac:chgData name="Iago Larrondo Perez-Izaguirre" userId="414fe1c6-24f1-4f3b-bbf7-5870eef5c572" providerId="ADAL" clId="{5ADAFC16-A985-599A-8414-59AFC7322F08}" dt="2026-04-20T02:38:36.270" v="122" actId="207"/>
          <ac:picMkLst>
            <pc:docMk/>
            <pc:sldMk cId="2676289081" sldId="815"/>
            <ac:picMk id="28" creationId="{9255F735-5F4A-F15A-5C1B-01A815D0EE39}"/>
          </ac:picMkLst>
        </pc:picChg>
        <pc:cxnChg chg="mod">
          <ac:chgData name="Iago Larrondo Perez-Izaguirre" userId="414fe1c6-24f1-4f3b-bbf7-5870eef5c572" providerId="ADAL" clId="{5ADAFC16-A985-599A-8414-59AFC7322F08}" dt="2026-04-20T00:34:45.028" v="62"/>
          <ac:cxnSpMkLst>
            <pc:docMk/>
            <pc:sldMk cId="2676289081" sldId="815"/>
            <ac:cxnSpMk id="114" creationId="{C55B9E74-BD9B-1CB4-7876-6A08598FA632}"/>
          </ac:cxnSpMkLst>
        </pc:cxnChg>
        <pc:cxnChg chg="mod">
          <ac:chgData name="Iago Larrondo Perez-Izaguirre" userId="414fe1c6-24f1-4f3b-bbf7-5870eef5c572" providerId="ADAL" clId="{5ADAFC16-A985-599A-8414-59AFC7322F08}" dt="2026-04-20T00:34:45.028" v="64"/>
          <ac:cxnSpMkLst>
            <pc:docMk/>
            <pc:sldMk cId="2676289081" sldId="815"/>
            <ac:cxnSpMk id="119" creationId="{8BC6102B-ACCF-ABD9-975D-A0D9E6B699CE}"/>
          </ac:cxnSpMkLst>
        </pc:cxnChg>
      </pc:sldChg>
      <pc:sldChg chg="addSp delSp modSp mod">
        <pc:chgData name="Iago Larrondo Perez-Izaguirre" userId="414fe1c6-24f1-4f3b-bbf7-5870eef5c572" providerId="ADAL" clId="{5ADAFC16-A985-599A-8414-59AFC7322F08}" dt="2026-04-20T02:53:01.302" v="295" actId="207"/>
        <pc:sldMkLst>
          <pc:docMk/>
          <pc:sldMk cId="2293237871" sldId="816"/>
        </pc:sldMkLst>
        <pc:spChg chg="del">
          <ac:chgData name="Iago Larrondo Perez-Izaguirre" userId="414fe1c6-24f1-4f3b-bbf7-5870eef5c572" providerId="ADAL" clId="{5ADAFC16-A985-599A-8414-59AFC7322F08}" dt="2026-04-20T02:48:40.945" v="257" actId="478"/>
          <ac:spMkLst>
            <pc:docMk/>
            <pc:sldMk cId="2293237871" sldId="816"/>
            <ac:spMk id="3" creationId="{372DD162-7072-1270-6DBA-7C38CABA4128}"/>
          </ac:spMkLst>
        </pc:spChg>
        <pc:spChg chg="mod">
          <ac:chgData name="Iago Larrondo Perez-Izaguirre" userId="414fe1c6-24f1-4f3b-bbf7-5870eef5c572" providerId="ADAL" clId="{5ADAFC16-A985-599A-8414-59AFC7322F08}" dt="2026-04-20T02:48:20.847" v="252" actId="179"/>
          <ac:spMkLst>
            <pc:docMk/>
            <pc:sldMk cId="2293237871" sldId="816"/>
            <ac:spMk id="27" creationId="{3C7D8617-279C-2994-ADFE-94738BD95411}"/>
          </ac:spMkLst>
        </pc:spChg>
        <pc:spChg chg="mod">
          <ac:chgData name="Iago Larrondo Perez-Izaguirre" userId="414fe1c6-24f1-4f3b-bbf7-5870eef5c572" providerId="ADAL" clId="{5ADAFC16-A985-599A-8414-59AFC7322F08}" dt="2026-04-20T02:48:25.483" v="253" actId="179"/>
          <ac:spMkLst>
            <pc:docMk/>
            <pc:sldMk cId="2293237871" sldId="816"/>
            <ac:spMk id="28" creationId="{F0BA188F-0C2D-603F-C3AB-A17FAA41B608}"/>
          </ac:spMkLst>
        </pc:spChg>
        <pc:spChg chg="mod">
          <ac:chgData name="Iago Larrondo Perez-Izaguirre" userId="414fe1c6-24f1-4f3b-bbf7-5870eef5c572" providerId="ADAL" clId="{5ADAFC16-A985-599A-8414-59AFC7322F08}" dt="2026-04-20T02:48:30.150" v="254" actId="179"/>
          <ac:spMkLst>
            <pc:docMk/>
            <pc:sldMk cId="2293237871" sldId="816"/>
            <ac:spMk id="29" creationId="{BF6AF610-51DD-4C82-A1BE-48AA24C9800D}"/>
          </ac:spMkLst>
        </pc:spChg>
        <pc:spChg chg="mod">
          <ac:chgData name="Iago Larrondo Perez-Izaguirre" userId="414fe1c6-24f1-4f3b-bbf7-5870eef5c572" providerId="ADAL" clId="{5ADAFC16-A985-599A-8414-59AFC7322F08}" dt="2026-04-20T02:48:34.250" v="255" actId="179"/>
          <ac:spMkLst>
            <pc:docMk/>
            <pc:sldMk cId="2293237871" sldId="816"/>
            <ac:spMk id="30" creationId="{E82838A1-D24F-08E7-1FA5-6FA1498CF521}"/>
          </ac:spMkLst>
        </pc:spChg>
        <pc:spChg chg="mod">
          <ac:chgData name="Iago Larrondo Perez-Izaguirre" userId="414fe1c6-24f1-4f3b-bbf7-5870eef5c572" providerId="ADAL" clId="{5ADAFC16-A985-599A-8414-59AFC7322F08}" dt="2026-04-20T02:48:39.299" v="256" actId="179"/>
          <ac:spMkLst>
            <pc:docMk/>
            <pc:sldMk cId="2293237871" sldId="816"/>
            <ac:spMk id="31" creationId="{E0BDDC6C-0573-814D-4561-5633FFCDEC62}"/>
          </ac:spMkLst>
        </pc:spChg>
        <pc:picChg chg="add mod">
          <ac:chgData name="Iago Larrondo Perez-Izaguirre" userId="414fe1c6-24f1-4f3b-bbf7-5870eef5c572" providerId="ADAL" clId="{5ADAFC16-A985-599A-8414-59AFC7322F08}" dt="2026-04-20T02:52:12.559" v="291" actId="207"/>
          <ac:picMkLst>
            <pc:docMk/>
            <pc:sldMk cId="2293237871" sldId="816"/>
            <ac:picMk id="4" creationId="{9616E421-464B-4E93-85F3-1D06D8C92C64}"/>
          </ac:picMkLst>
        </pc:picChg>
        <pc:picChg chg="add mod">
          <ac:chgData name="Iago Larrondo Perez-Izaguirre" userId="414fe1c6-24f1-4f3b-bbf7-5870eef5c572" providerId="ADAL" clId="{5ADAFC16-A985-599A-8414-59AFC7322F08}" dt="2026-04-20T02:52:22.629" v="292" actId="207"/>
          <ac:picMkLst>
            <pc:docMk/>
            <pc:sldMk cId="2293237871" sldId="816"/>
            <ac:picMk id="10" creationId="{B9AD9DED-0C9E-DB77-9718-466C38F84F7C}"/>
          </ac:picMkLst>
        </pc:picChg>
        <pc:picChg chg="add del mod">
          <ac:chgData name="Iago Larrondo Perez-Izaguirre" userId="414fe1c6-24f1-4f3b-bbf7-5870eef5c572" providerId="ADAL" clId="{5ADAFC16-A985-599A-8414-59AFC7322F08}" dt="2026-04-20T02:49:34.614" v="262" actId="478"/>
          <ac:picMkLst>
            <pc:docMk/>
            <pc:sldMk cId="2293237871" sldId="816"/>
            <ac:picMk id="12" creationId="{6A35CCBF-20A0-ED79-1413-038B6EEA384F}"/>
          </ac:picMkLst>
        </pc:picChg>
        <pc:picChg chg="add mod">
          <ac:chgData name="Iago Larrondo Perez-Izaguirre" userId="414fe1c6-24f1-4f3b-bbf7-5870eef5c572" providerId="ADAL" clId="{5ADAFC16-A985-599A-8414-59AFC7322F08}" dt="2026-04-20T02:52:39.875" v="293" actId="207"/>
          <ac:picMkLst>
            <pc:docMk/>
            <pc:sldMk cId="2293237871" sldId="816"/>
            <ac:picMk id="14" creationId="{7248A5B9-3213-4248-6F8B-384915AD42C0}"/>
          </ac:picMkLst>
        </pc:picChg>
        <pc:picChg chg="add del mod">
          <ac:chgData name="Iago Larrondo Perez-Izaguirre" userId="414fe1c6-24f1-4f3b-bbf7-5870eef5c572" providerId="ADAL" clId="{5ADAFC16-A985-599A-8414-59AFC7322F08}" dt="2026-04-20T02:50:59.302" v="268" actId="478"/>
          <ac:picMkLst>
            <pc:docMk/>
            <pc:sldMk cId="2293237871" sldId="816"/>
            <ac:picMk id="16" creationId="{B6C91FC3-9F6A-DB32-668A-33383158E1A7}"/>
          </ac:picMkLst>
        </pc:picChg>
        <pc:picChg chg="add mod">
          <ac:chgData name="Iago Larrondo Perez-Izaguirre" userId="414fe1c6-24f1-4f3b-bbf7-5870eef5c572" providerId="ADAL" clId="{5ADAFC16-A985-599A-8414-59AFC7322F08}" dt="2026-04-20T02:52:50.364" v="294" actId="207"/>
          <ac:picMkLst>
            <pc:docMk/>
            <pc:sldMk cId="2293237871" sldId="816"/>
            <ac:picMk id="18" creationId="{7C659640-A504-6F3A-1CA8-5DE35A622714}"/>
          </ac:picMkLst>
        </pc:picChg>
        <pc:picChg chg="add mod">
          <ac:chgData name="Iago Larrondo Perez-Izaguirre" userId="414fe1c6-24f1-4f3b-bbf7-5870eef5c572" providerId="ADAL" clId="{5ADAFC16-A985-599A-8414-59AFC7322F08}" dt="2026-04-20T02:53:01.302" v="295" actId="207"/>
          <ac:picMkLst>
            <pc:docMk/>
            <pc:sldMk cId="2293237871" sldId="816"/>
            <ac:picMk id="20" creationId="{7A210982-A5F6-5E7F-6B1F-63C7567E3BE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846604-B743-4363-73C4-773937982E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99C05B-B3C2-6B91-B640-295F91193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D98A67-03A2-4CFA-8252-792C68C93EE6}" type="datetimeFigureOut">
              <a:rPr lang="en-US" smtClean="0">
                <a:latin typeface="Arial" panose="020B0604020202020204" pitchFamily="34" charset="0"/>
              </a:rPr>
              <a:t>4/24/26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B3A90-F3A2-0D87-E800-F8F77F66AD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47917-FABE-20B1-9C38-FA9E8B2B7E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B7DB1-0239-4E61-8040-361EBC01C0F2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798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2924B155-35B6-8245-9F31-2A06C83206CA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99B1607-775B-624D-9C52-B2074FD2B7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9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E533FA-0CC0-F144-B76F-CAB9B16415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7" y="5596128"/>
            <a:ext cx="11640312" cy="45339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6000">
                <a:latin typeface="+mj-lt"/>
              </a:defRPr>
            </a:lvl2pPr>
            <a:lvl3pPr marL="914400" indent="0">
              <a:buNone/>
              <a:defRPr sz="6000">
                <a:latin typeface="+mj-lt"/>
              </a:defRPr>
            </a:lvl3pPr>
            <a:lvl4pPr marL="1371600" indent="0">
              <a:buNone/>
              <a:defRPr sz="6000">
                <a:latin typeface="+mj-lt"/>
              </a:defRPr>
            </a:lvl4pPr>
            <a:lvl5pPr marL="18288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804672"/>
            <a:ext cx="11636906" cy="4762779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A2B359C1-04B2-DCF1-8047-87B90272C1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5460" y="318366"/>
            <a:ext cx="1134806" cy="35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8086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804672"/>
            <a:ext cx="11636906" cy="4762779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E533FA-0CC0-F144-B76F-CAB9B16415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8" y="5596128"/>
            <a:ext cx="11636907" cy="45339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000" b="1" spc="-15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6000">
                <a:latin typeface="+mj-lt"/>
              </a:defRPr>
            </a:lvl2pPr>
            <a:lvl3pPr marL="914400" indent="0">
              <a:buNone/>
              <a:defRPr sz="6000">
                <a:latin typeface="+mj-lt"/>
              </a:defRPr>
            </a:lvl3pPr>
            <a:lvl4pPr marL="1371600" indent="0">
              <a:buNone/>
              <a:defRPr sz="6000">
                <a:latin typeface="+mj-lt"/>
              </a:defRPr>
            </a:lvl4pPr>
            <a:lvl5pPr marL="18288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6E96057-748B-5FC3-C0E3-7EBB7588F8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6410" y="318366"/>
            <a:ext cx="1133856" cy="3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9682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 Leg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E533FA-0CC0-F144-B76F-CAB9B16415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7" y="5596128"/>
            <a:ext cx="8983663" cy="45339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000" b="1" spc="-15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6000">
                <a:latin typeface="+mj-lt"/>
              </a:defRPr>
            </a:lvl2pPr>
            <a:lvl3pPr marL="914400" indent="0">
              <a:buNone/>
              <a:defRPr sz="6000">
                <a:latin typeface="+mj-lt"/>
              </a:defRPr>
            </a:lvl3pPr>
            <a:lvl4pPr marL="1371600" indent="0">
              <a:buNone/>
              <a:defRPr sz="6000">
                <a:latin typeface="+mj-lt"/>
              </a:defRPr>
            </a:lvl4pPr>
            <a:lvl5pPr marL="18288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804672"/>
            <a:ext cx="8983661" cy="4762779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BD5D8713-9CE4-5F4A-7C0D-52E5AE687AA7}"/>
              </a:ext>
            </a:extLst>
          </p:cNvPr>
          <p:cNvSpPr txBox="1"/>
          <p:nvPr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C5486C18-80E5-962B-CC46-5C6B46BC12E9}"/>
              </a:ext>
            </a:extLst>
          </p:cNvPr>
          <p:cNvSpPr txBox="1"/>
          <p:nvPr/>
        </p:nvSpPr>
        <p:spPr>
          <a:xfrm>
            <a:off x="274639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CA2931-EFA4-BFDD-28A7-5F5563B11FB3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106C1761-2B63-BE88-7F84-6D9212385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5460" y="616815"/>
            <a:ext cx="1134806" cy="35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253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 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E533FA-0CC0-F144-B76F-CAB9B16415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4637" y="5596128"/>
            <a:ext cx="8983663" cy="453394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000" b="1" spc="-15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6000">
                <a:latin typeface="+mj-lt"/>
              </a:defRPr>
            </a:lvl2pPr>
            <a:lvl3pPr marL="914400" indent="0">
              <a:buNone/>
              <a:defRPr sz="6000">
                <a:latin typeface="+mj-lt"/>
              </a:defRPr>
            </a:lvl3pPr>
            <a:lvl4pPr marL="1371600" indent="0">
              <a:buNone/>
              <a:defRPr sz="6000">
                <a:latin typeface="+mj-lt"/>
              </a:defRPr>
            </a:lvl4pPr>
            <a:lvl5pPr marL="1828800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804672"/>
            <a:ext cx="8983661" cy="4762779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BD5D8713-9CE4-5F4A-7C0D-52E5AE687AA7}"/>
              </a:ext>
            </a:extLst>
          </p:cNvPr>
          <p:cNvSpPr txBox="1"/>
          <p:nvPr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C5486C18-80E5-962B-CC46-5C6B46BC12E9}"/>
              </a:ext>
            </a:extLst>
          </p:cNvPr>
          <p:cNvSpPr txBox="1"/>
          <p:nvPr/>
        </p:nvSpPr>
        <p:spPr>
          <a:xfrm>
            <a:off x="274639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CA2931-EFA4-BFDD-28A7-5F5563B11FB3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098F1020-F053-955D-2379-9352B72DFC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894" y="616815"/>
            <a:ext cx="1132372" cy="35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7834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921554"/>
            <a:ext cx="11636906" cy="5276088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B46F85EE-F2D1-EC5D-4866-C513C894AA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5460" y="318366"/>
            <a:ext cx="1134806" cy="35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1154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949856"/>
            <a:ext cx="11640312" cy="5276088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5E9FCE0-5354-7635-5ACF-6745343E8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6410" y="318366"/>
            <a:ext cx="1133856" cy="3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7110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Only Black Lega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921554"/>
            <a:ext cx="8983661" cy="5276088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9A8D267-AE24-3484-76E3-D45DDA95CD9A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F5705E1D-3A24-15B2-2C76-7B074CDCDE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5460" y="616815"/>
            <a:ext cx="1134806" cy="357383"/>
          </a:xfrm>
          <a:prstGeom prst="rect">
            <a:avLst/>
          </a:prstGeom>
        </p:spPr>
      </p:pic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8CBEEA1F-FE33-AF7B-5AAA-F2078752C56F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90386A26-379B-22FF-767E-0122D91F0259}"/>
              </a:ext>
            </a:extLst>
          </p:cNvPr>
          <p:cNvSpPr txBox="1"/>
          <p:nvPr userDrawn="1"/>
        </p:nvSpPr>
        <p:spPr>
          <a:xfrm>
            <a:off x="274639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640718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Only White 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14E5C1-6412-0848-82FF-8CCD2F72EE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921554"/>
            <a:ext cx="8983661" cy="5276088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638" y="6514048"/>
            <a:ext cx="5684837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Presenter’s Name,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38C5A9-34CC-E74C-95F4-EEBCB9461F59}"/>
              </a:ext>
            </a:extLst>
          </p:cNvPr>
          <p:cNvCxnSpPr/>
          <p:nvPr/>
        </p:nvCxnSpPr>
        <p:spPr>
          <a:xfrm>
            <a:off x="0" y="635476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60A3440B-7E5F-7A49-9CD0-5777AA08CC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37241" y="6514048"/>
            <a:ext cx="3516844" cy="184666"/>
          </a:xfrm>
        </p:spPr>
        <p:txBody>
          <a:bodyPr wrap="square" lIns="0" tIns="0" rIns="0" bIns="0" anchor="ctr">
            <a:spAutoFit/>
          </a:bodyPr>
          <a:lstStyle>
            <a:lvl1pPr marL="0" indent="0">
              <a:spcAft>
                <a:spcPts val="0"/>
              </a:spcAft>
              <a:buNone/>
              <a:defRPr sz="12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E1C1D1-486C-A44F-A518-44B812661BCA}"/>
              </a:ext>
            </a:extLst>
          </p:cNvPr>
          <p:cNvCxnSpPr/>
          <p:nvPr/>
        </p:nvCxnSpPr>
        <p:spPr>
          <a:xfrm>
            <a:off x="8121650" y="6354763"/>
            <a:ext cx="0" cy="50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8A916D-5931-3F58-0648-F477158CA8B6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3DB4C467-584C-5E09-E24B-65DF9453FF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77894" y="616815"/>
            <a:ext cx="1132372" cy="356616"/>
          </a:xfrm>
          <a:prstGeom prst="rect">
            <a:avLst/>
          </a:prstGeom>
        </p:spPr>
      </p:pic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D00B4CBC-03C8-D4AA-B8A4-17A1E5DDE0E7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7523612E-44A0-20AD-A02C-43776BED8D76}"/>
              </a:ext>
            </a:extLst>
          </p:cNvPr>
          <p:cNvSpPr txBox="1"/>
          <p:nvPr userDrawn="1"/>
        </p:nvSpPr>
        <p:spPr>
          <a:xfrm>
            <a:off x="274639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459915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1"/>
            <a:ext cx="11636906" cy="6228310"/>
          </a:xfrm>
        </p:spPr>
        <p:txBody>
          <a:bodyPr wrap="square" lIns="0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80AB7F27-81FE-FCA6-1890-5EA82E8DC2A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9801926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SUHO LIMITED RELEASE…">
            <a:extLst>
              <a:ext uri="{FF2B5EF4-FFF2-40B4-BE49-F238E27FC236}">
                <a16:creationId xmlns:a16="http://schemas.microsoft.com/office/drawing/2014/main" id="{F3192FFB-C2DB-1D41-8580-1D363378BBB0}"/>
              </a:ext>
            </a:extLst>
          </p:cNvPr>
          <p:cNvSpPr txBox="1"/>
          <p:nvPr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3530FB-BCF4-F5C1-CFBC-43BB8C3BC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629691"/>
            <a:ext cx="11636906" cy="6228310"/>
          </a:xfrm>
        </p:spPr>
        <p:txBody>
          <a:bodyPr wrap="square" lIns="0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07985BB0-0C56-14D0-D878-1FF2E37C3625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803905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adient">
    <p:bg>
      <p:bgPr>
        <a:gradFill>
          <a:gsLst>
            <a:gs pos="50000">
              <a:schemeClr val="accent1"/>
            </a:gs>
            <a:gs pos="100000">
              <a:schemeClr val="accent2"/>
            </a:gs>
            <a:gs pos="0">
              <a:schemeClr val="accent3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2"/>
            <a:ext cx="11636906" cy="6228308"/>
          </a:xfrm>
        </p:spPr>
        <p:txBody>
          <a:bodyPr wrap="square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E9830EE5-3FAB-007B-6CEB-D72999250DC8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7AB2B246-4D9B-DB13-F00E-D99862A3CAA3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3398925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adient 2">
    <p:bg>
      <p:bgPr>
        <a:gradFill>
          <a:gsLst>
            <a:gs pos="11000">
              <a:schemeClr val="accent1"/>
            </a:gs>
            <a:gs pos="90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2"/>
            <a:ext cx="11636906" cy="6228308"/>
          </a:xfrm>
        </p:spPr>
        <p:txBody>
          <a:bodyPr wrap="square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Add </a:t>
            </a:r>
            <a:br>
              <a:rPr lang="en-US" dirty="0"/>
            </a:br>
            <a:r>
              <a:rPr lang="en-US" dirty="0"/>
              <a:t>Segue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7379E0C6-A8D8-BECC-A112-2FF07C5B907A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D2E40C61-4DF8-6CAB-688E-3AEE86C429CA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77128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95D81-F44F-5E70-1042-FDAE5303C0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1"/>
            <a:ext cx="11636906" cy="6228310"/>
          </a:xfrm>
        </p:spPr>
        <p:txBody>
          <a:bodyPr wrap="square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0D4D6243-AA38-C47B-9396-366BEAC14203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79C14AAA-7AF5-07F9-A2C9-9EB71E875666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51309541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Dark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5DD333-F85F-4146-0337-5954FDFA3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1"/>
            <a:ext cx="11636906" cy="6228310"/>
          </a:xfrm>
        </p:spPr>
        <p:txBody>
          <a:bodyPr wrap="square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9AB8558E-41C9-E25A-DA4B-22161BC9F92A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8379FBAD-58FF-54F3-DF76-A606F7CB285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57407367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C39D57-3B7D-4E41-969A-380D3A86C8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1"/>
            <a:ext cx="11636906" cy="6228310"/>
          </a:xfrm>
        </p:spPr>
        <p:txBody>
          <a:bodyPr wrap="square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6D4F449B-AB5F-FF9B-6842-294E9809C53B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004A8867-8125-F057-BB37-297745186DE2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5875399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Light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C39D57-3B7D-4E41-969A-380D3A86C8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29691"/>
            <a:ext cx="11636906" cy="6228310"/>
          </a:xfrm>
        </p:spPr>
        <p:txBody>
          <a:bodyPr wrap="square" tIns="0" anchor="ctr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3BFC6C33-18FB-C0D8-CD19-8CD91681433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FA87D036-226A-E077-2081-F0D90C561A5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4538540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6D1BB8-768B-6E28-DF7A-EA3DCE5AB5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lIns="0"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685800"/>
            <a:ext cx="11636906" cy="4614446"/>
          </a:xfrm>
        </p:spPr>
        <p:txBody>
          <a:bodyPr wrap="square" lIns="0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70D6A3A6-AC5B-963C-E4E0-3BF296D443A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418F28F6-296B-ABF6-4C11-E817E8EF56BA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9819375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C52A970-853D-7827-3D2A-A7FB2D5B1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tx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6C50554C-1C9E-DC01-C726-2555743AC188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B1CB3FB1-FBF1-46B9-B9BE-B91013E0E47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134666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Gradient">
    <p:bg>
      <p:bgPr>
        <a:gradFill>
          <a:gsLst>
            <a:gs pos="50000">
              <a:schemeClr val="accent1"/>
            </a:gs>
            <a:gs pos="100000">
              <a:schemeClr val="accent2"/>
            </a:gs>
            <a:gs pos="0">
              <a:schemeClr val="accent3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A3976C-4BA0-B9EB-779D-5845BA8A84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58975255-EE4C-1BF1-1AD1-838AD179ED24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1A383385-9F9F-A8D0-7F40-5C985B5C9B91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81821556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Gradient 2">
    <p:bg>
      <p:bgPr>
        <a:gradFill>
          <a:gsLst>
            <a:gs pos="11000">
              <a:schemeClr val="accent1"/>
            </a:gs>
            <a:gs pos="90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A3976C-4BA0-B9EB-779D-5845BA8A84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tx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ADF77B8D-7403-BCA0-0885-8BA02C990D91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073C614C-BD9E-87E4-F3CF-9E7929A3C40D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82908484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168160B-9CD1-3037-F461-C5D93ADBDC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0ADBA8C8-4A09-C8FF-21FF-B1AF71DAAF1C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1ADFAE0F-3FCD-86C2-C4AD-9BDCC90CEEC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2771134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Dark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153EC9A-0AC3-4459-E4C5-4E64E687CD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bg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1F82DD59-EC93-2B5E-0A3D-9761BDF48F25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C663E63A-DF21-9A2C-BC14-373359394FC0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396252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B4AD65B-8733-5264-9E27-65B6D6FDCD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tx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B72743BC-C4FC-CA6C-957C-FDFC08438F21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648351E2-2D89-4782-A04B-BC544159EA31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655951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Speaker Light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0892A2-83C3-CDE8-B3D2-8416C3D3D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9" y="685800"/>
            <a:ext cx="11636906" cy="4614446"/>
          </a:xfrm>
        </p:spPr>
        <p:txBody>
          <a:bodyPr wrap="square" tIns="0" anchor="b">
            <a:normAutofit/>
          </a:bodyPr>
          <a:lstStyle>
            <a:lvl1pPr>
              <a:lnSpc>
                <a:spcPct val="85000"/>
              </a:lnSpc>
              <a:defRPr sz="12000" b="1" spc="-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518649-F179-0BA0-C78D-CD9C3D830DA2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B4AD65B-8733-5264-9E27-65B6D6FDCD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4637" y="5611398"/>
            <a:ext cx="11649456" cy="1124712"/>
          </a:xfrm>
        </p:spPr>
        <p:txBody>
          <a:bodyPr bIns="0" anchor="ctr">
            <a:normAutofit/>
          </a:bodyPr>
          <a:lstStyle>
            <a:lvl1pPr marL="0" indent="0">
              <a:spcAft>
                <a:spcPts val="0"/>
              </a:spcAft>
              <a:buNone/>
              <a:defRPr sz="6000" b="1" spc="-150">
                <a:solidFill>
                  <a:schemeClr val="tx1"/>
                </a:solidFill>
              </a:defRPr>
            </a:lvl1pPr>
            <a:lvl2pPr marL="274320" indent="0">
              <a:buNone/>
              <a:defRPr/>
            </a:lvl2pPr>
            <a:lvl3pPr marL="548640" indent="0">
              <a:buNone/>
              <a:defRPr/>
            </a:lvl3pPr>
            <a:lvl4pPr marL="822960" indent="0">
              <a:buNone/>
              <a:defRPr/>
            </a:lvl4pPr>
            <a:lvl5pPr marL="1097280" indent="0">
              <a:buNone/>
              <a:defRPr/>
            </a:lvl5pPr>
          </a:lstStyle>
          <a:p>
            <a:pPr lvl="0"/>
            <a:r>
              <a:rPr lang="en-US"/>
              <a:t>Click to Add Speaker Name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A36095DB-3F50-3EAD-07AF-FC2105F6FE2E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EC08D03F-0523-437F-8429-4D6148951168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1115942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32468415-1D03-E6A7-942A-85826A809D1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CD292CE9-36F7-261B-437B-D9E36835575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329951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813BB4-90C0-CCF2-02FF-8E675C1E32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5584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A290EA67-A53A-53FB-BAF7-71A715A38F74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30439A79-C86C-ABBB-E7C9-7B1EBB04B2D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385281629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Gradient">
    <p:bg>
      <p:bgPr>
        <a:gradFill>
          <a:gsLst>
            <a:gs pos="50000">
              <a:schemeClr val="accent1"/>
            </a:gs>
            <a:gs pos="100000">
              <a:schemeClr val="accent2"/>
            </a:gs>
            <a:gs pos="0">
              <a:schemeClr val="accent3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F349DD63-7941-EAFC-2F9B-A71B92258C6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EABA2D6E-E0E7-F47E-E323-8F9962ABE6C8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04684534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Gradient 2">
    <p:bg>
      <p:bgPr>
        <a:gradFill>
          <a:gsLst>
            <a:gs pos="11000">
              <a:schemeClr val="accent1"/>
            </a:gs>
            <a:gs pos="90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F0E1A3E8-D903-CF89-32DE-EB3094B069AC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2DA74584-CEA4-1962-D878-CCFDB4845E82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7013198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75CBD8C1-7BC4-FD30-4E8A-4BDDF25427C9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148A00F1-681C-86DF-C816-04B057408608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614331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806619E-0D7A-9542-B876-715BCDBE0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7FF78"/>
              </a:solidFill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1AD7F5C7-3E34-DDAC-530F-5AFDD36EB818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A5D4DE8C-4716-EF80-B516-C77E00C7A2DF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11894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331E8141-8A52-F0D7-6C87-1E6261386DF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43E1CDEF-CE54-463C-7D42-A3DFE588017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57535063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Light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2" y="-749808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F8F4D8A9-06D3-8EB4-5F82-6A7D10AB0031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FFA0F658-69F9-D500-ACE8-AFC7961810CB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158648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12A753-3DF9-82E5-BA5E-EA80B07A5505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61CDC2DE-CEB0-BE5F-8DB2-664021F80949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D1C391C3-736B-DFA5-B415-F3FAB294EABC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8796076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83AABE-38D3-EFDB-59B6-872475AEF8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49808"/>
            <a:ext cx="659363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77B882-4C5C-356D-8ABC-8BBC8BD931D6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0CFF93FA-A738-2861-AA97-5610B4D855C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6" name="SUHO LIMITED RELEASE…">
            <a:extLst>
              <a:ext uri="{FF2B5EF4-FFF2-40B4-BE49-F238E27FC236}">
                <a16:creationId xmlns:a16="http://schemas.microsoft.com/office/drawing/2014/main" id="{C97D1830-3D00-BF1E-7EEA-B01212C23598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50437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Gradient">
    <p:bg>
      <p:bgPr>
        <a:gradFill>
          <a:gsLst>
            <a:gs pos="50000">
              <a:schemeClr val="accent1"/>
            </a:gs>
            <a:gs pos="0">
              <a:schemeClr val="accent3"/>
            </a:gs>
            <a:gs pos="100000">
              <a:schemeClr val="accent2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2E9D6A-CA63-1FF9-109B-D700C8615D8B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DD1D9463-6544-7F82-2F83-1A0CC89A07D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510CF43A-D066-97C3-D4A3-DB39CBF08C4B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4322403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Gradient 2">
    <p:bg>
      <p:bgPr>
        <a:gradFill>
          <a:gsLst>
            <a:gs pos="11000">
              <a:schemeClr val="accent1"/>
            </a:gs>
            <a:gs pos="90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2E9D6A-CA63-1FF9-109B-D700C8615D8B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B0ACA3C4-C8D9-4A52-9306-FB06BDCEA0FB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134CF54F-0CE8-02F8-1DF5-17D397325703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67365680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AAAEB8-5F26-F797-51DF-6B8D1ED0720C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F98A7A10-7CB1-88C6-7CD6-6BCCD431838E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9C744CA8-7CCF-68EA-FC4B-AD6832310AE5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87175218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Dark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bg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EABC9B-C609-0B2D-0D22-BF6C2EA9F74F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73F05DD6-6F19-C3F5-37D1-5F619AAE9724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51E43FE9-A766-06C6-1BB9-FF4DFE5F4C5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93618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0E9D1A-BD70-E0F1-1667-820A29797899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902DCC68-34A4-2F05-38E8-289CD61892B9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9C464D55-5C31-9397-7501-AA847503AE8F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94012803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Speaker Light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AF1D9A5-1403-0C4A-B49E-80B4244AB2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73" y="-751517"/>
            <a:ext cx="6592824" cy="5819515"/>
          </a:xfrm>
        </p:spPr>
        <p:txBody>
          <a:bodyPr lIns="0" tIns="0" rIns="0" bIns="0">
            <a:noAutofit/>
          </a:bodyPr>
          <a:lstStyle>
            <a:lvl1pPr marL="0" indent="0">
              <a:spcAft>
                <a:spcPts val="0"/>
              </a:spcAft>
              <a:buNone/>
              <a:defRPr sz="47500" b="1" spc="-2000" baseline="0">
                <a:solidFill>
                  <a:schemeClr val="tx1"/>
                </a:solidFill>
              </a:defRPr>
            </a:lvl1pPr>
            <a:lvl2pPr marL="457109" indent="0">
              <a:buNone/>
              <a:defRPr sz="44500"/>
            </a:lvl2pPr>
            <a:lvl3pPr marL="914217" indent="0">
              <a:buNone/>
              <a:defRPr sz="44500"/>
            </a:lvl3pPr>
            <a:lvl4pPr marL="1371326" indent="0">
              <a:buNone/>
              <a:defRPr sz="44500"/>
            </a:lvl4pPr>
            <a:lvl5pPr marL="1828435" indent="0">
              <a:buNone/>
              <a:defRPr sz="445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1E54B1-2ECA-7A37-98F4-9120425C79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1665" y="728038"/>
            <a:ext cx="3695698" cy="4459093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6000" b="1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Add </a:t>
            </a:r>
            <a:br>
              <a:rPr lang="en-US"/>
            </a:br>
            <a:r>
              <a:rPr lang="en-US"/>
              <a:t>Segue </a:t>
            </a:r>
            <a:br>
              <a:rPr lang="en-US"/>
            </a:br>
            <a:r>
              <a:rPr lang="en-US"/>
              <a:t>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F45D2-771B-474E-8CEE-89C9FD1A8BBD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F769F37-E10D-4443-858A-1F2CDF88C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2331EC-FC6B-4F4F-BE29-26685FED98F4}"/>
              </a:ext>
            </a:extLst>
          </p:cNvPr>
          <p:cNvCxnSpPr/>
          <p:nvPr/>
        </p:nvCxnSpPr>
        <p:spPr>
          <a:xfrm>
            <a:off x="0" y="55146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476808-92D1-1940-A91F-D752A1F7B2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7" y="5611398"/>
            <a:ext cx="11649456" cy="112471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A0E9D1A-BD70-E0F1-1667-820A29797899}"/>
              </a:ext>
            </a:extLst>
          </p:cNvPr>
          <p:cNvCxnSpPr>
            <a:cxnSpLocks/>
          </p:cNvCxnSpPr>
          <p:nvPr/>
        </p:nvCxnSpPr>
        <p:spPr>
          <a:xfrm>
            <a:off x="7947025" y="366472"/>
            <a:ext cx="0" cy="5148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7D91FA21-8B67-75D4-A53D-0398555CD4AB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49FD3B2E-58D3-9379-CF3F-D8B4071A9C35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38790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1"/>
            <a:ext cx="12192000" cy="1791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566928"/>
            <a:ext cx="11647487" cy="615027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50137"/>
            <a:ext cx="11647486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54879D8A-7F32-856D-9363-9210AD90E5CB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0" name="SUHO LIMITED RELEASE…">
            <a:extLst>
              <a:ext uri="{FF2B5EF4-FFF2-40B4-BE49-F238E27FC236}">
                <a16:creationId xmlns:a16="http://schemas.microsoft.com/office/drawing/2014/main" id="{39967B80-B83F-844E-9077-5BCE599574B5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60523329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566928"/>
            <a:ext cx="11647487" cy="615027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50137"/>
            <a:ext cx="11647486" cy="4304626"/>
          </a:xfrm>
        </p:spPr>
        <p:txBody>
          <a:bodyPr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443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A86AF1-A7E8-4F32-99E6-463DC532C984}"/>
              </a:ext>
            </a:extLst>
          </p:cNvPr>
          <p:cNvCxnSpPr>
            <a:cxnSpLocks/>
          </p:cNvCxnSpPr>
          <p:nvPr/>
        </p:nvCxnSpPr>
        <p:spPr>
          <a:xfrm>
            <a:off x="0" y="1791931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00C263A7-8AC6-AEE0-87CB-0EB58F5D3877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5F5D11DD-3F95-7A78-EF64-C6EC871194E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96480403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2"/>
            <a:ext cx="12192000" cy="1318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2"/>
            <a:ext cx="11647486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3CB8EC-F166-3767-B2EC-B20E9EB41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79BED30F-DE39-CCB3-058E-F3C0D78B7B61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D8218014-A9BA-A604-11CD-467DF01AE825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71851929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2"/>
            <a:ext cx="11647486" cy="4777792"/>
          </a:xfrm>
        </p:spPr>
        <p:txBody>
          <a:bodyPr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3CB8EC-F166-3767-B2EC-B20E9EB41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1000A8-03DB-FF9B-37C6-C4BBF79EF700}"/>
              </a:ext>
            </a:extLst>
          </p:cNvPr>
          <p:cNvCxnSpPr>
            <a:cxnSpLocks/>
          </p:cNvCxnSpPr>
          <p:nvPr/>
        </p:nvCxnSpPr>
        <p:spPr>
          <a:xfrm>
            <a:off x="0" y="131876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00362B67-A288-F2A8-6217-09D67759FA08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D3252ABC-0E92-B23C-9B31-BE3329147803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6587256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2"/>
            <a:ext cx="12192000" cy="1790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2050138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350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73816" y="2050138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8A0D78-35FD-5243-97E3-5A7C4D46A5BF}"/>
              </a:ext>
            </a:extLst>
          </p:cNvPr>
          <p:cNvCxnSpPr>
            <a:cxnSpLocks/>
          </p:cNvCxnSpPr>
          <p:nvPr/>
        </p:nvCxnSpPr>
        <p:spPr>
          <a:xfrm>
            <a:off x="6096000" y="1778000"/>
            <a:ext cx="0" cy="50825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BCC0E047-878C-8F6A-1C75-95C1954A0644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D1A5EDBD-51A2-372E-F7DD-A6B61B68028D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10214617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2050138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350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73816" y="2050138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8A0D78-35FD-5243-97E3-5A7C4D46A5BF}"/>
              </a:ext>
            </a:extLst>
          </p:cNvPr>
          <p:cNvCxnSpPr>
            <a:cxnSpLocks/>
          </p:cNvCxnSpPr>
          <p:nvPr/>
        </p:nvCxnSpPr>
        <p:spPr>
          <a:xfrm>
            <a:off x="6096000" y="1789611"/>
            <a:ext cx="0" cy="507092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9C48FE-5882-9D17-B25F-3854663002D3}"/>
              </a:ext>
            </a:extLst>
          </p:cNvPr>
          <p:cNvCxnSpPr>
            <a:cxnSpLocks/>
          </p:cNvCxnSpPr>
          <p:nvPr/>
        </p:nvCxnSpPr>
        <p:spPr>
          <a:xfrm>
            <a:off x="0" y="179069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867E3DE2-B642-2FEF-2DFE-CA5254D893A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3" name="SUHO LIMITED RELEASE…">
            <a:extLst>
              <a:ext uri="{FF2B5EF4-FFF2-40B4-BE49-F238E27FC236}">
                <a16:creationId xmlns:a16="http://schemas.microsoft.com/office/drawing/2014/main" id="{30DC826A-C088-5230-119F-88D8394CE0A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64331082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2"/>
            <a:ext cx="12192000" cy="1318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1576971"/>
            <a:ext cx="5550408" cy="4777791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350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73816" y="1576971"/>
            <a:ext cx="5550408" cy="4777791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8A0D78-35FD-5243-97E3-5A7C4D46A5BF}"/>
              </a:ext>
            </a:extLst>
          </p:cNvPr>
          <p:cNvCxnSpPr>
            <a:cxnSpLocks/>
          </p:cNvCxnSpPr>
          <p:nvPr/>
        </p:nvCxnSpPr>
        <p:spPr>
          <a:xfrm>
            <a:off x="6096000" y="1314072"/>
            <a:ext cx="0" cy="55464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8E7808DE-3D10-437C-57D7-1C66D014F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46778997-5A5A-8580-7A61-C20AEDCA875B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8FECA8C2-EADF-CD41-3227-AB0098542540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877287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1576971"/>
            <a:ext cx="5550408" cy="4777791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350"/>
            <a:ext cx="211271" cy="1200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73816" y="1576971"/>
            <a:ext cx="5550408" cy="4777791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4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8A0D78-35FD-5243-97E3-5A7C4D46A5BF}"/>
              </a:ext>
            </a:extLst>
          </p:cNvPr>
          <p:cNvCxnSpPr>
            <a:cxnSpLocks/>
          </p:cNvCxnSpPr>
          <p:nvPr/>
        </p:nvCxnSpPr>
        <p:spPr>
          <a:xfrm>
            <a:off x="6096000" y="1317694"/>
            <a:ext cx="0" cy="55428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8E7808DE-3D10-437C-57D7-1C66D014F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695D45-928B-B455-A91B-41507877ED6C}"/>
              </a:ext>
            </a:extLst>
          </p:cNvPr>
          <p:cNvCxnSpPr>
            <a:cxnSpLocks/>
          </p:cNvCxnSpPr>
          <p:nvPr/>
        </p:nvCxnSpPr>
        <p:spPr>
          <a:xfrm>
            <a:off x="0" y="131876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C5D4DA16-6DC0-62D9-B428-3C8873D43999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23815D73-43E6-3E72-E5D6-F69296F0867C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9208501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2"/>
            <a:ext cx="12192000" cy="1790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2050138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9868" y="2050138"/>
            <a:ext cx="3552264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DFEB5BC-E00B-F241-9CAF-AC9C9E1ABC5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60102" y="2050138"/>
            <a:ext cx="355226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6566D1-467A-211D-6F16-13F18F898D4C}"/>
              </a:ext>
            </a:extLst>
          </p:cNvPr>
          <p:cNvGrpSpPr/>
          <p:nvPr/>
        </p:nvGrpSpPr>
        <p:grpSpPr>
          <a:xfrm>
            <a:off x="4105154" y="1783696"/>
            <a:ext cx="3970116" cy="5074304"/>
            <a:chOff x="4105154" y="1928081"/>
            <a:chExt cx="3970116" cy="489204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9E2128-7D43-4944-8BAB-0A86DA3ED46E}"/>
                </a:ext>
              </a:extLst>
            </p:cNvPr>
            <p:cNvCxnSpPr>
              <a:cxnSpLocks/>
            </p:cNvCxnSpPr>
            <p:nvPr/>
          </p:nvCxnSpPr>
          <p:spPr>
            <a:xfrm>
              <a:off x="4105154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172C24-5592-DB48-B0FF-D60C5033E2E5}"/>
                </a:ext>
              </a:extLst>
            </p:cNvPr>
            <p:cNvCxnSpPr>
              <a:cxnSpLocks/>
            </p:cNvCxnSpPr>
            <p:nvPr/>
          </p:nvCxnSpPr>
          <p:spPr>
            <a:xfrm>
              <a:off x="8075270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8D5A3E7E-95E3-A547-CC1A-26A0F8DB03B9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D380F3E6-E045-7A1B-A213-770F451738C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0579646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2050138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9868" y="2050138"/>
            <a:ext cx="3552264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DFEB5BC-E00B-F241-9CAF-AC9C9E1ABC5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60102" y="2050138"/>
            <a:ext cx="355226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6566D1-467A-211D-6F16-13F18F898D4C}"/>
              </a:ext>
            </a:extLst>
          </p:cNvPr>
          <p:cNvGrpSpPr/>
          <p:nvPr/>
        </p:nvGrpSpPr>
        <p:grpSpPr>
          <a:xfrm>
            <a:off x="4105154" y="1790698"/>
            <a:ext cx="3970116" cy="5067301"/>
            <a:chOff x="4105154" y="1928081"/>
            <a:chExt cx="3970116" cy="489204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9E2128-7D43-4944-8BAB-0A86DA3ED46E}"/>
                </a:ext>
              </a:extLst>
            </p:cNvPr>
            <p:cNvCxnSpPr>
              <a:cxnSpLocks/>
            </p:cNvCxnSpPr>
            <p:nvPr/>
          </p:nvCxnSpPr>
          <p:spPr>
            <a:xfrm>
              <a:off x="4105154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172C24-5592-DB48-B0FF-D60C5033E2E5}"/>
                </a:ext>
              </a:extLst>
            </p:cNvPr>
            <p:cNvCxnSpPr>
              <a:cxnSpLocks/>
            </p:cNvCxnSpPr>
            <p:nvPr/>
          </p:nvCxnSpPr>
          <p:spPr>
            <a:xfrm>
              <a:off x="8075270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1482BC-472F-C960-9EDC-37009A78893A}"/>
              </a:ext>
            </a:extLst>
          </p:cNvPr>
          <p:cNvCxnSpPr>
            <a:cxnSpLocks/>
          </p:cNvCxnSpPr>
          <p:nvPr/>
        </p:nvCxnSpPr>
        <p:spPr>
          <a:xfrm>
            <a:off x="0" y="179069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564F5B22-DE4C-91B4-480E-F50FDC734D5B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2" name="SUHO LIMITED RELEASE…">
            <a:extLst>
              <a:ext uri="{FF2B5EF4-FFF2-40B4-BE49-F238E27FC236}">
                <a16:creationId xmlns:a16="http://schemas.microsoft.com/office/drawing/2014/main" id="{19B0AFFD-B271-8B10-1EAA-63AD8EED6A61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88480985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2"/>
            <a:ext cx="12192000" cy="1318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1576970"/>
            <a:ext cx="3547872" cy="4777793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9868" y="1576970"/>
            <a:ext cx="3552264" cy="4777793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DFEB5BC-E00B-F241-9CAF-AC9C9E1ABC5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60102" y="1576970"/>
            <a:ext cx="3552262" cy="4777793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6566D1-467A-211D-6F16-13F18F898D4C}"/>
              </a:ext>
            </a:extLst>
          </p:cNvPr>
          <p:cNvGrpSpPr/>
          <p:nvPr/>
        </p:nvGrpSpPr>
        <p:grpSpPr>
          <a:xfrm>
            <a:off x="4105154" y="1304366"/>
            <a:ext cx="3970116" cy="5553634"/>
            <a:chOff x="4105154" y="1928081"/>
            <a:chExt cx="3970116" cy="489204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9E2128-7D43-4944-8BAB-0A86DA3ED46E}"/>
                </a:ext>
              </a:extLst>
            </p:cNvPr>
            <p:cNvCxnSpPr>
              <a:cxnSpLocks/>
            </p:cNvCxnSpPr>
            <p:nvPr/>
          </p:nvCxnSpPr>
          <p:spPr>
            <a:xfrm>
              <a:off x="4105154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172C24-5592-DB48-B0FF-D60C5033E2E5}"/>
                </a:ext>
              </a:extLst>
            </p:cNvPr>
            <p:cNvCxnSpPr>
              <a:cxnSpLocks/>
            </p:cNvCxnSpPr>
            <p:nvPr/>
          </p:nvCxnSpPr>
          <p:spPr>
            <a:xfrm>
              <a:off x="8075270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F311BE54-1E46-0D9E-88CE-19F03A06B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SUHO LIMITED RELEASE…">
            <a:extLst>
              <a:ext uri="{FF2B5EF4-FFF2-40B4-BE49-F238E27FC236}">
                <a16:creationId xmlns:a16="http://schemas.microsoft.com/office/drawing/2014/main" id="{44B69C77-748E-C8C8-D9F9-7D81B9840F88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DC7231BA-9250-B560-2CFC-706E51B6968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4413101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9" y="1576970"/>
            <a:ext cx="3547872" cy="4777793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F165FEB4-4C6E-EB46-9BA1-CF55CBB02A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9868" y="1576970"/>
            <a:ext cx="3552264" cy="4777793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0DFEB5BC-E00B-F241-9CAF-AC9C9E1ABC5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60102" y="1576970"/>
            <a:ext cx="3552262" cy="4777793"/>
          </a:xfrm>
        </p:spPr>
        <p:txBody>
          <a:bodyPr wrap="square" lIns="0" bIns="0">
            <a:normAutofit/>
          </a:bodyPr>
          <a:lstStyle>
            <a:lvl1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spcAft>
                <a:spcPts val="100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6566D1-467A-211D-6F16-13F18F898D4C}"/>
              </a:ext>
            </a:extLst>
          </p:cNvPr>
          <p:cNvGrpSpPr/>
          <p:nvPr/>
        </p:nvGrpSpPr>
        <p:grpSpPr>
          <a:xfrm>
            <a:off x="4105154" y="1318764"/>
            <a:ext cx="3970116" cy="5539235"/>
            <a:chOff x="4105154" y="1928081"/>
            <a:chExt cx="3970116" cy="489204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9E2128-7D43-4944-8BAB-0A86DA3ED46E}"/>
                </a:ext>
              </a:extLst>
            </p:cNvPr>
            <p:cNvCxnSpPr>
              <a:cxnSpLocks/>
            </p:cNvCxnSpPr>
            <p:nvPr/>
          </p:nvCxnSpPr>
          <p:spPr>
            <a:xfrm>
              <a:off x="4105154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172C24-5592-DB48-B0FF-D60C5033E2E5}"/>
                </a:ext>
              </a:extLst>
            </p:cNvPr>
            <p:cNvCxnSpPr>
              <a:cxnSpLocks/>
            </p:cNvCxnSpPr>
            <p:nvPr/>
          </p:nvCxnSpPr>
          <p:spPr>
            <a:xfrm>
              <a:off x="8075270" y="1928081"/>
              <a:ext cx="0" cy="48920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F311BE54-1E46-0D9E-88CE-19F03A06B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13564A-BEF5-D1F5-9961-1E8F3611278D}"/>
              </a:ext>
            </a:extLst>
          </p:cNvPr>
          <p:cNvCxnSpPr>
            <a:cxnSpLocks/>
          </p:cNvCxnSpPr>
          <p:nvPr/>
        </p:nvCxnSpPr>
        <p:spPr>
          <a:xfrm>
            <a:off x="0" y="131876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C8473E93-9574-0D3D-9A2E-2CFE0D4F53C4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D2A7C9A0-7247-6DE2-AFA8-8FEF659BF57C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225007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-2"/>
            <a:ext cx="12192000" cy="1790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2648"/>
          </a:xfrm>
        </p:spPr>
        <p:txBody>
          <a:bodyPr wrap="square" lIns="0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B6A99DEE-A36F-8535-7246-B418CC03B29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27D0F50A-1149-057A-E3E5-B1C607164DBB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642981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2648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1251E2-6505-4D73-2DFB-1CEC5D7A8927}"/>
              </a:ext>
            </a:extLst>
          </p:cNvPr>
          <p:cNvCxnSpPr>
            <a:cxnSpLocks/>
          </p:cNvCxnSpPr>
          <p:nvPr/>
        </p:nvCxnSpPr>
        <p:spPr>
          <a:xfrm>
            <a:off x="0" y="179069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2614FECD-3998-63D2-5911-C232FDFC00A0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0" name="SUHO LIMITED RELEASE…">
            <a:extLst>
              <a:ext uri="{FF2B5EF4-FFF2-40B4-BE49-F238E27FC236}">
                <a16:creationId xmlns:a16="http://schemas.microsoft.com/office/drawing/2014/main" id="{CE3912AD-E776-0649-F01E-BA0938C3760D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55475226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929BA7-1E3C-0064-CB29-1286F44109BA}"/>
              </a:ext>
            </a:extLst>
          </p:cNvPr>
          <p:cNvSpPr/>
          <p:nvPr/>
        </p:nvSpPr>
        <p:spPr>
          <a:xfrm>
            <a:off x="0" y="-2"/>
            <a:ext cx="12192000" cy="1318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9A7D55CC-B812-C77A-561D-5BA18A86DFB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B250713A-C52F-1DB3-B311-C8D848C850D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3595152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Full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19" y="584098"/>
            <a:ext cx="11649456" cy="612648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F4DBC-C2DE-668B-1E86-21AC664E6EA6}"/>
              </a:ext>
            </a:extLst>
          </p:cNvPr>
          <p:cNvCxnSpPr>
            <a:cxnSpLocks/>
          </p:cNvCxnSpPr>
          <p:nvPr/>
        </p:nvCxnSpPr>
        <p:spPr>
          <a:xfrm>
            <a:off x="0" y="1318777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50CAB7A1-4992-A4A8-33D0-166C44580197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2CE0494E-04D3-E199-AA31-45EFAB2FDABA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65949994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15F4446-5921-C54D-8A82-C92784232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92F3F7-3051-7541-8F15-2F6A953B3184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86D53F6E-5067-F2F6-3721-94D97EECE78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719F7390-50D7-57FC-1A3D-230A329F0BAB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5526081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790700"/>
            <a:ext cx="12192000" cy="506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48256"/>
            <a:ext cx="11649456" cy="4306824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04B4ED82-C4F4-BFCF-969D-DCD45270250E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A552252D-EE2A-81A0-427F-9E3A28B5BD18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93618288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48256"/>
            <a:ext cx="11649456" cy="4306824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19BC1-D42F-F3F1-E42E-645649AC160E}"/>
              </a:ext>
            </a:extLst>
          </p:cNvPr>
          <p:cNvCxnSpPr>
            <a:cxnSpLocks/>
          </p:cNvCxnSpPr>
          <p:nvPr/>
        </p:nvCxnSpPr>
        <p:spPr>
          <a:xfrm>
            <a:off x="0" y="17907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8E3F256E-7FF4-2FC0-8955-A978D96467F1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AB71F96B-9C6D-666D-C461-F1F3FF00DE72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77097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318765"/>
            <a:ext cx="12192000" cy="5539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1"/>
            <a:ext cx="11647486" cy="4777791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B247156C-44DF-0178-149A-758CF86DA295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17ABC399-C05D-4F3A-29A4-576E80A7B82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78964569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lIns="0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1"/>
            <a:ext cx="11647486" cy="4777791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AA2048-8229-5973-0F0B-F7C4DA30A7A3}"/>
              </a:ext>
            </a:extLst>
          </p:cNvPr>
          <p:cNvCxnSpPr>
            <a:cxnSpLocks/>
          </p:cNvCxnSpPr>
          <p:nvPr/>
        </p:nvCxnSpPr>
        <p:spPr>
          <a:xfrm>
            <a:off x="0" y="131876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366C4D2C-4D63-FF2A-E5FA-9F88A62E22EF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50D2CFBC-AA7A-CD17-0050-B5E43DE2762B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48055214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790700"/>
            <a:ext cx="12192000" cy="506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50137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6954" y="2050137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1787CB-6F31-0C40-AAD5-E1713756FF87}"/>
              </a:ext>
            </a:extLst>
          </p:cNvPr>
          <p:cNvCxnSpPr>
            <a:cxnSpLocks/>
          </p:cNvCxnSpPr>
          <p:nvPr/>
        </p:nvCxnSpPr>
        <p:spPr>
          <a:xfrm>
            <a:off x="6096000" y="1769165"/>
            <a:ext cx="0" cy="50913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30C0FF4B-26DC-C8CE-58E8-C66EBDFB5134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776813BB-33B1-5159-9071-34F647FABF8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30169033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50137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>
            <a:cxnSpLocks/>
          </p:cNvCxnSpPr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6954" y="2050137"/>
            <a:ext cx="5550408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1787CB-6F31-0C40-AAD5-E1713756FF87}"/>
              </a:ext>
            </a:extLst>
          </p:cNvPr>
          <p:cNvCxnSpPr>
            <a:cxnSpLocks/>
          </p:cNvCxnSpPr>
          <p:nvPr/>
        </p:nvCxnSpPr>
        <p:spPr>
          <a:xfrm>
            <a:off x="6096000" y="1790700"/>
            <a:ext cx="0" cy="506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663086-4A4C-8D5E-94D7-249009265614}"/>
              </a:ext>
            </a:extLst>
          </p:cNvPr>
          <p:cNvCxnSpPr>
            <a:cxnSpLocks/>
          </p:cNvCxnSpPr>
          <p:nvPr/>
        </p:nvCxnSpPr>
        <p:spPr>
          <a:xfrm>
            <a:off x="0" y="17907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BC9F0AED-7236-EB47-3B5B-1F4DE87750B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9" name="SUHO LIMITED RELEASE…">
            <a:extLst>
              <a:ext uri="{FF2B5EF4-FFF2-40B4-BE49-F238E27FC236}">
                <a16:creationId xmlns:a16="http://schemas.microsoft.com/office/drawing/2014/main" id="{DD2979ED-3908-DBFF-37CF-6CC2A441B67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1536791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316229"/>
            <a:ext cx="12192000" cy="5541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1"/>
            <a:ext cx="5550408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6954" y="1576971"/>
            <a:ext cx="5550408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1787CB-6F31-0C40-AAD5-E1713756FF87}"/>
              </a:ext>
            </a:extLst>
          </p:cNvPr>
          <p:cNvCxnSpPr>
            <a:cxnSpLocks/>
          </p:cNvCxnSpPr>
          <p:nvPr/>
        </p:nvCxnSpPr>
        <p:spPr>
          <a:xfrm>
            <a:off x="6096000" y="1302327"/>
            <a:ext cx="0" cy="5558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8597AD5F-E5BD-93B7-F149-4375345DE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FAB72E9B-2BA8-AFD4-8AB9-E9DC95F45B5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8F9AC05F-071A-B4AC-ECD8-BC47D25F4B6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94175585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1"/>
            <a:ext cx="5550408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66954" y="1576971"/>
            <a:ext cx="5550408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4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4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1787CB-6F31-0C40-AAD5-E1713756FF87}"/>
              </a:ext>
            </a:extLst>
          </p:cNvPr>
          <p:cNvCxnSpPr>
            <a:cxnSpLocks/>
          </p:cNvCxnSpPr>
          <p:nvPr/>
        </p:nvCxnSpPr>
        <p:spPr>
          <a:xfrm>
            <a:off x="6096000" y="1320800"/>
            <a:ext cx="0" cy="5539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8597AD5F-E5BD-93B7-F149-4375345DEA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8FEA061-559E-1F31-9023-D6E158889397}"/>
              </a:ext>
            </a:extLst>
          </p:cNvPr>
          <p:cNvCxnSpPr>
            <a:cxnSpLocks/>
          </p:cNvCxnSpPr>
          <p:nvPr/>
        </p:nvCxnSpPr>
        <p:spPr>
          <a:xfrm>
            <a:off x="0" y="1316229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21956934-79E9-8C2F-E793-7A19D39DFC08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15F8CE98-36FA-E06A-D9DA-7CE4A94B4A8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5335297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790700"/>
            <a:ext cx="12192000" cy="5067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48256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2064" y="2050137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C14CC483-927C-9B4A-9EBA-1BDDC93F6A2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74253" y="2050137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28A213-01E2-D0AF-E6B0-76A456654C78}"/>
              </a:ext>
            </a:extLst>
          </p:cNvPr>
          <p:cNvGrpSpPr/>
          <p:nvPr/>
        </p:nvGrpSpPr>
        <p:grpSpPr>
          <a:xfrm>
            <a:off x="4105154" y="1783695"/>
            <a:ext cx="3970116" cy="5074305"/>
            <a:chOff x="4105154" y="1968498"/>
            <a:chExt cx="3970116" cy="489204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3A0BA4-F481-0144-8A30-BA5AB2BD9875}"/>
                </a:ext>
              </a:extLst>
            </p:cNvPr>
            <p:cNvCxnSpPr/>
            <p:nvPr/>
          </p:nvCxnSpPr>
          <p:spPr>
            <a:xfrm>
              <a:off x="4105154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AE82F2-3038-7A4C-93B4-015E6D391AD7}"/>
                </a:ext>
              </a:extLst>
            </p:cNvPr>
            <p:cNvCxnSpPr/>
            <p:nvPr/>
          </p:nvCxnSpPr>
          <p:spPr>
            <a:xfrm>
              <a:off x="8075270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984C389F-6029-C0A1-9F0F-4ECDDA94020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3D86F965-4F91-9D36-CE44-D59CE0904BE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0609088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2048256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2064" y="2050137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C14CC483-927C-9B4A-9EBA-1BDDC93F6A2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74253" y="2050137"/>
            <a:ext cx="3547872" cy="4304626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28A213-01E2-D0AF-E6B0-76A456654C78}"/>
              </a:ext>
            </a:extLst>
          </p:cNvPr>
          <p:cNvGrpSpPr/>
          <p:nvPr/>
        </p:nvGrpSpPr>
        <p:grpSpPr>
          <a:xfrm>
            <a:off x="4105154" y="1790700"/>
            <a:ext cx="3970116" cy="5067300"/>
            <a:chOff x="4105154" y="1968498"/>
            <a:chExt cx="3970116" cy="489204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3A0BA4-F481-0144-8A30-BA5AB2BD9875}"/>
                </a:ext>
              </a:extLst>
            </p:cNvPr>
            <p:cNvCxnSpPr/>
            <p:nvPr/>
          </p:nvCxnSpPr>
          <p:spPr>
            <a:xfrm>
              <a:off x="4105154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AE82F2-3038-7A4C-93B4-015E6D391AD7}"/>
                </a:ext>
              </a:extLst>
            </p:cNvPr>
            <p:cNvCxnSpPr/>
            <p:nvPr/>
          </p:nvCxnSpPr>
          <p:spPr>
            <a:xfrm>
              <a:off x="8075270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E26469-3795-F5CB-E0C3-F757B56121D9}"/>
              </a:ext>
            </a:extLst>
          </p:cNvPr>
          <p:cNvCxnSpPr>
            <a:cxnSpLocks/>
          </p:cNvCxnSpPr>
          <p:nvPr/>
        </p:nvCxnSpPr>
        <p:spPr>
          <a:xfrm>
            <a:off x="0" y="17907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872451FB-B20B-3F9D-2D40-996193C146B1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11" name="SUHO LIMITED RELEASE…">
            <a:extLst>
              <a:ext uri="{FF2B5EF4-FFF2-40B4-BE49-F238E27FC236}">
                <a16:creationId xmlns:a16="http://schemas.microsoft.com/office/drawing/2014/main" id="{7ACF128C-88AE-1F22-7AE5-6AA6DD3E39FF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3270368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318765"/>
            <a:ext cx="12192000" cy="5539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1"/>
            <a:ext cx="3547872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2064" y="1576971"/>
            <a:ext cx="3547872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C14CC483-927C-9B4A-9EBA-1BDDC93F6A2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74253" y="1576971"/>
            <a:ext cx="3547872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28A213-01E2-D0AF-E6B0-76A456654C78}"/>
              </a:ext>
            </a:extLst>
          </p:cNvPr>
          <p:cNvGrpSpPr/>
          <p:nvPr/>
        </p:nvGrpSpPr>
        <p:grpSpPr>
          <a:xfrm>
            <a:off x="4105154" y="1313645"/>
            <a:ext cx="3970116" cy="5544355"/>
            <a:chOff x="4105154" y="1968498"/>
            <a:chExt cx="3970116" cy="489204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3A0BA4-F481-0144-8A30-BA5AB2BD9875}"/>
                </a:ext>
              </a:extLst>
            </p:cNvPr>
            <p:cNvCxnSpPr/>
            <p:nvPr/>
          </p:nvCxnSpPr>
          <p:spPr>
            <a:xfrm>
              <a:off x="4105154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AE82F2-3038-7A4C-93B4-015E6D391AD7}"/>
                </a:ext>
              </a:extLst>
            </p:cNvPr>
            <p:cNvCxnSpPr/>
            <p:nvPr/>
          </p:nvCxnSpPr>
          <p:spPr>
            <a:xfrm>
              <a:off x="8075270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6F01BE6-89F7-3822-D4D1-12CA18704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D570AFCA-F913-21AA-630F-4D9272ABDD53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98D6655C-C880-E6AF-0092-11EEE47E5628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28760902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7BE050B6-F278-8644-B933-08FF8783151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74638" y="1576971"/>
            <a:ext cx="3547872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EAE06022-55E5-384A-9F47-A9451023258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2064" y="1576971"/>
            <a:ext cx="3547872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C14CC483-927C-9B4A-9EBA-1BDDC93F6A2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74253" y="1576971"/>
            <a:ext cx="3547872" cy="4777792"/>
          </a:xfrm>
        </p:spPr>
        <p:txBody>
          <a:bodyPr wrap="square" lIns="0" bIns="0">
            <a:normAutofit/>
          </a:bodyPr>
          <a:lstStyle>
            <a:lvl1pPr>
              <a:spcBef>
                <a:spcPts val="1200"/>
              </a:spcBef>
              <a:spcAft>
                <a:spcPts val="1000"/>
              </a:spcAft>
              <a:defRPr sz="2000">
                <a:solidFill>
                  <a:schemeClr val="tx1"/>
                </a:solidFill>
              </a:defRPr>
            </a:lvl1pPr>
            <a:lvl2pPr>
              <a:spcAft>
                <a:spcPts val="1000"/>
              </a:spcAft>
              <a:defRPr sz="2000">
                <a:solidFill>
                  <a:schemeClr val="tx1"/>
                </a:solidFill>
              </a:defRPr>
            </a:lvl2pPr>
            <a:lvl3pPr>
              <a:spcAft>
                <a:spcPts val="1000"/>
              </a:spcAft>
              <a:defRPr sz="2000">
                <a:solidFill>
                  <a:schemeClr val="tx1"/>
                </a:solidFill>
              </a:defRPr>
            </a:lvl3pPr>
            <a:lvl4pPr>
              <a:spcAft>
                <a:spcPts val="1000"/>
              </a:spcAft>
              <a:defRPr sz="2000">
                <a:solidFill>
                  <a:schemeClr val="tx1"/>
                </a:solidFill>
              </a:defRPr>
            </a:lvl4pPr>
            <a:lvl5pPr>
              <a:spcAft>
                <a:spcPts val="1000"/>
              </a:spcAft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28A213-01E2-D0AF-E6B0-76A456654C78}"/>
              </a:ext>
            </a:extLst>
          </p:cNvPr>
          <p:cNvGrpSpPr/>
          <p:nvPr/>
        </p:nvGrpSpPr>
        <p:grpSpPr>
          <a:xfrm>
            <a:off x="4105154" y="1313645"/>
            <a:ext cx="3970116" cy="5544355"/>
            <a:chOff x="4105154" y="1968498"/>
            <a:chExt cx="3970116" cy="489204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D3A0BA4-F481-0144-8A30-BA5AB2BD9875}"/>
                </a:ext>
              </a:extLst>
            </p:cNvPr>
            <p:cNvCxnSpPr/>
            <p:nvPr/>
          </p:nvCxnSpPr>
          <p:spPr>
            <a:xfrm>
              <a:off x="4105154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2AE82F2-3038-7A4C-93B4-015E6D391AD7}"/>
                </a:ext>
              </a:extLst>
            </p:cNvPr>
            <p:cNvCxnSpPr/>
            <p:nvPr/>
          </p:nvCxnSpPr>
          <p:spPr>
            <a:xfrm>
              <a:off x="8075270" y="1968498"/>
              <a:ext cx="0" cy="4892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6F01BE6-89F7-3822-D4D1-12CA18704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33B0F27-152F-6B9E-9946-45F0C91A9BFF}"/>
              </a:ext>
            </a:extLst>
          </p:cNvPr>
          <p:cNvCxnSpPr>
            <a:cxnSpLocks/>
          </p:cNvCxnSpPr>
          <p:nvPr/>
        </p:nvCxnSpPr>
        <p:spPr>
          <a:xfrm>
            <a:off x="0" y="131876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248754F5-22F1-BD1B-C7F6-113DE626F6D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048E4C2D-77EA-679E-7719-DDC3201019D2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7595761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790701"/>
            <a:ext cx="12192000" cy="5067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bg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14CDB4F0-B872-F851-AB84-F63B7A9FE44F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27323898-9F7E-BFF5-EC0B-F696E0743201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67840870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66928"/>
            <a:ext cx="11647487" cy="615027"/>
          </a:xfrm>
        </p:spPr>
        <p:txBody>
          <a:bodyPr wrap="square" anchor="b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5FB2E66-D4A6-7C4B-91A9-C65569154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1199258"/>
            <a:ext cx="11647488" cy="409763"/>
          </a:xfrm>
        </p:spPr>
        <p:txBody>
          <a:bodyPr wrap="square" lIns="0" bIns="0">
            <a:normAutofit/>
          </a:bodyPr>
          <a:lstStyle>
            <a:lvl1pPr marL="0" indent="0">
              <a:lnSpc>
                <a:spcPct val="90000"/>
              </a:lnSpc>
              <a:buNone/>
              <a:defRPr sz="2400" b="1" spc="-100" baseline="0">
                <a:solidFill>
                  <a:schemeClr val="tx1"/>
                </a:solidFill>
                <a:latin typeface="+mj-lt"/>
              </a:defRPr>
            </a:lvl1pPr>
            <a:lvl2pPr marL="27432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AFCC8D-5CB0-22DD-9E0C-8217266434CC}"/>
              </a:ext>
            </a:extLst>
          </p:cNvPr>
          <p:cNvCxnSpPr>
            <a:cxnSpLocks/>
          </p:cNvCxnSpPr>
          <p:nvPr/>
        </p:nvCxnSpPr>
        <p:spPr>
          <a:xfrm>
            <a:off x="0" y="1790701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8119A761-B983-B6EC-EFBF-091262435D9D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8" name="SUHO LIMITED RELEASE…">
            <a:extLst>
              <a:ext uri="{FF2B5EF4-FFF2-40B4-BE49-F238E27FC236}">
                <a16:creationId xmlns:a16="http://schemas.microsoft.com/office/drawing/2014/main" id="{6EE2F187-6B5F-D8C7-6B5F-709562FBF1CA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935898394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6591D91-3F4D-B347-AE2C-3F2CEF980E9D}"/>
              </a:ext>
            </a:extLst>
          </p:cNvPr>
          <p:cNvSpPr/>
          <p:nvPr/>
        </p:nvSpPr>
        <p:spPr>
          <a:xfrm>
            <a:off x="0" y="1318765"/>
            <a:ext cx="12192000" cy="5539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5D2B0C83-E98C-8351-4D8F-39619CD84D7E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4B01B616-F26D-C931-E3D9-F5F2F7F3A324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bg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46373927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Full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8159-8BDE-9647-AC95-5B2B3E4838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638" y="581719"/>
            <a:ext cx="11647487" cy="615027"/>
          </a:xfrm>
        </p:spPr>
        <p:txBody>
          <a:bodyPr wrap="square" anchor="ctr">
            <a:normAutofit/>
          </a:bodyPr>
          <a:lstStyle>
            <a:lvl1pPr>
              <a:defRPr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087AFE-FF5C-8142-ACD9-5F5FAAD78E1B}"/>
              </a:ext>
            </a:extLst>
          </p:cNvPr>
          <p:cNvCxnSpPr/>
          <p:nvPr/>
        </p:nvCxnSpPr>
        <p:spPr>
          <a:xfrm>
            <a:off x="0" y="36576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3DDD2A-9488-E129-A361-389A7233D549}"/>
              </a:ext>
            </a:extLst>
          </p:cNvPr>
          <p:cNvCxnSpPr>
            <a:cxnSpLocks/>
          </p:cNvCxnSpPr>
          <p:nvPr/>
        </p:nvCxnSpPr>
        <p:spPr>
          <a:xfrm>
            <a:off x="0" y="131876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HO LIMITED RELEASE…">
            <a:extLst>
              <a:ext uri="{FF2B5EF4-FFF2-40B4-BE49-F238E27FC236}">
                <a16:creationId xmlns:a16="http://schemas.microsoft.com/office/drawing/2014/main" id="{FE009DFF-C00F-44E4-6044-16B87DDE0346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7" name="SUHO LIMITED RELEASE…">
            <a:extLst>
              <a:ext uri="{FF2B5EF4-FFF2-40B4-BE49-F238E27FC236}">
                <a16:creationId xmlns:a16="http://schemas.microsoft.com/office/drawing/2014/main" id="{CC25EF8F-D715-1846-FAB4-1175A87E4199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5195837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2F6B9F-42F3-5544-A181-CD7F37AEA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74638" y="123920"/>
            <a:ext cx="21127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 b="1" i="0" spc="5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2618E7-E0DC-7A4A-A641-812DA50716A0}"/>
              </a:ext>
            </a:extLst>
          </p:cNvPr>
          <p:cNvCxnSpPr/>
          <p:nvPr/>
        </p:nvCxnSpPr>
        <p:spPr>
          <a:xfrm>
            <a:off x="0" y="36671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HO LIMITED RELEASE…">
            <a:extLst>
              <a:ext uri="{FF2B5EF4-FFF2-40B4-BE49-F238E27FC236}">
                <a16:creationId xmlns:a16="http://schemas.microsoft.com/office/drawing/2014/main" id="{BEDA0B6D-21A4-5CE1-C92D-E286394513FA}"/>
              </a:ext>
            </a:extLst>
          </p:cNvPr>
          <p:cNvSpPr txBox="1"/>
          <p:nvPr userDrawn="1"/>
        </p:nvSpPr>
        <p:spPr>
          <a:xfrm>
            <a:off x="6292066" y="135655"/>
            <a:ext cx="5625296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© 2026 Western Digital Corporation or its affiliates. All rights reserved.</a:t>
            </a:r>
          </a:p>
        </p:txBody>
      </p:sp>
      <p:sp>
        <p:nvSpPr>
          <p:cNvPr id="4" name="SUHO LIMITED RELEASE…">
            <a:extLst>
              <a:ext uri="{FF2B5EF4-FFF2-40B4-BE49-F238E27FC236}">
                <a16:creationId xmlns:a16="http://schemas.microsoft.com/office/drawing/2014/main" id="{0BF68324-9F0D-3048-092F-A75E1DA02E6E}"/>
              </a:ext>
            </a:extLst>
          </p:cNvPr>
          <p:cNvSpPr txBox="1"/>
          <p:nvPr userDrawn="1"/>
        </p:nvSpPr>
        <p:spPr>
          <a:xfrm>
            <a:off x="542925" y="135655"/>
            <a:ext cx="1515387" cy="94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750"/>
              </a:lnSpc>
              <a:defRPr sz="1500" b="1" cap="all">
                <a:solidFill>
                  <a:srgbClr val="9F9F94"/>
                </a:solidFill>
              </a:defRPr>
            </a:pPr>
            <a:r>
              <a:rPr lang="en-US" sz="600" b="1" spc="50" baseline="0" dirty="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Arial" panose="020B0604020202020204" pitchFamily="34" charset="0"/>
              </a:rPr>
              <a:t>WD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17569050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Logo and Taglin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CDAC5DA-908C-96ED-B26F-5B7FC0C55D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5425" y="2182586"/>
            <a:ext cx="508115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12251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Logo and Taglin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E5715B9-80CD-DF2E-C722-8660F6A6BC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5420" y="2182586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7103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6879F8F-9D3A-3F46-A3F3-B61F61BA0E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8"/>
            </p:custDataLst>
            <p:extLst>
              <p:ext uri="{D42A27DB-BD31-4B8C-83A1-F6EECF244321}">
                <p14:modId xmlns:p14="http://schemas.microsoft.com/office/powerpoint/2010/main" val="3749542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9" imgW="7772400" imgH="10058400" progId="TCLayout.ActiveDocument.1">
                  <p:embed/>
                </p:oleObj>
              </mc:Choice>
              <mc:Fallback>
                <p:oleObj name="think-cell Slide" r:id="rId79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879F8F-9D3A-3F46-A3F3-B61F61BA0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1FDC8262-8DF2-1640-BFF9-41E3C79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6712"/>
            <a:ext cx="11647487" cy="142398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E62C54-3B91-7A43-B1C6-5766DA4F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638" y="1790700"/>
            <a:ext cx="11647487" cy="4564063"/>
          </a:xfrm>
          <a:prstGeom prst="rect">
            <a:avLst/>
          </a:prstGeom>
        </p:spPr>
        <p:txBody>
          <a:bodyPr vert="horz" lIns="0" tIns="0" rIns="0" bIns="4572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88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38" r:id="rId2"/>
    <p:sldLayoutId id="2147484979" r:id="rId3"/>
    <p:sldLayoutId id="2147484980" r:id="rId4"/>
    <p:sldLayoutId id="2147484937" r:id="rId5"/>
    <p:sldLayoutId id="2147484914" r:id="rId6"/>
    <p:sldLayoutId id="2147484981" r:id="rId7"/>
    <p:sldLayoutId id="2147484982" r:id="rId8"/>
    <p:sldLayoutId id="2147484941" r:id="rId9"/>
    <p:sldLayoutId id="2147484942" r:id="rId10"/>
    <p:sldLayoutId id="2147485006" r:id="rId11"/>
    <p:sldLayoutId id="2147485011" r:id="rId12"/>
    <p:sldLayoutId id="2147484998" r:id="rId13"/>
    <p:sldLayoutId id="2147484997" r:id="rId14"/>
    <p:sldLayoutId id="2147484996" r:id="rId15"/>
    <p:sldLayoutId id="2147485010" r:id="rId16"/>
    <p:sldLayoutId id="2147484952" r:id="rId17"/>
    <p:sldLayoutId id="2147484953" r:id="rId18"/>
    <p:sldLayoutId id="2147484954" r:id="rId19"/>
    <p:sldLayoutId id="2147485012" r:id="rId20"/>
    <p:sldLayoutId id="2147484957" r:id="rId21"/>
    <p:sldLayoutId id="2147484956" r:id="rId22"/>
    <p:sldLayoutId id="2147484955" r:id="rId23"/>
    <p:sldLayoutId id="2147485009" r:id="rId24"/>
    <p:sldLayoutId id="2147484915" r:id="rId25"/>
    <p:sldLayoutId id="2147484916" r:id="rId26"/>
    <p:sldLayoutId id="2147484920" r:id="rId27"/>
    <p:sldLayoutId id="2147485013" r:id="rId28"/>
    <p:sldLayoutId id="2147484917" r:id="rId29"/>
    <p:sldLayoutId id="2147484918" r:id="rId30"/>
    <p:sldLayoutId id="2147484919" r:id="rId31"/>
    <p:sldLayoutId id="2147485007" r:id="rId32"/>
    <p:sldLayoutId id="2147484958" r:id="rId33"/>
    <p:sldLayoutId id="2147484959" r:id="rId34"/>
    <p:sldLayoutId id="2147484960" r:id="rId35"/>
    <p:sldLayoutId id="2147485014" r:id="rId36"/>
    <p:sldLayoutId id="2147484963" r:id="rId37"/>
    <p:sldLayoutId id="2147484962" r:id="rId38"/>
    <p:sldLayoutId id="2147484961" r:id="rId39"/>
    <p:sldLayoutId id="2147485008" r:id="rId40"/>
    <p:sldLayoutId id="2147484921" r:id="rId41"/>
    <p:sldLayoutId id="2147484964" r:id="rId42"/>
    <p:sldLayoutId id="2147484927" r:id="rId43"/>
    <p:sldLayoutId id="2147484965" r:id="rId44"/>
    <p:sldLayoutId id="2147484929" r:id="rId45"/>
    <p:sldLayoutId id="2147484966" r:id="rId46"/>
    <p:sldLayoutId id="2147484947" r:id="rId47"/>
    <p:sldLayoutId id="2147484967" r:id="rId48"/>
    <p:sldLayoutId id="2147484931" r:id="rId49"/>
    <p:sldLayoutId id="2147484968" r:id="rId50"/>
    <p:sldLayoutId id="2147484948" r:id="rId51"/>
    <p:sldLayoutId id="2147484969" r:id="rId52"/>
    <p:sldLayoutId id="2147484923" r:id="rId53"/>
    <p:sldLayoutId id="2147484970" r:id="rId54"/>
    <p:sldLayoutId id="2147484925" r:id="rId55"/>
    <p:sldLayoutId id="2147484983" r:id="rId56"/>
    <p:sldLayoutId id="2147484933" r:id="rId57"/>
    <p:sldLayoutId id="2147484922" r:id="rId58"/>
    <p:sldLayoutId id="2147484971" r:id="rId59"/>
    <p:sldLayoutId id="2147484928" r:id="rId60"/>
    <p:sldLayoutId id="2147484972" r:id="rId61"/>
    <p:sldLayoutId id="2147484930" r:id="rId62"/>
    <p:sldLayoutId id="2147484973" r:id="rId63"/>
    <p:sldLayoutId id="2147484950" r:id="rId64"/>
    <p:sldLayoutId id="2147484974" r:id="rId65"/>
    <p:sldLayoutId id="2147484932" r:id="rId66"/>
    <p:sldLayoutId id="2147484975" r:id="rId67"/>
    <p:sldLayoutId id="2147484949" r:id="rId68"/>
    <p:sldLayoutId id="2147484976" r:id="rId69"/>
    <p:sldLayoutId id="2147484924" r:id="rId70"/>
    <p:sldLayoutId id="2147484977" r:id="rId71"/>
    <p:sldLayoutId id="2147484926" r:id="rId72"/>
    <p:sldLayoutId id="2147484978" r:id="rId73"/>
    <p:sldLayoutId id="2147484934" r:id="rId74"/>
    <p:sldLayoutId id="2147484935" r:id="rId75"/>
    <p:sldLayoutId id="2147484936" r:id="rId7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500" b="1" i="0" kern="1200" spc="-150">
          <a:ln w="19050">
            <a:noFill/>
            <a:miter lim="800000"/>
          </a:ln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7432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75">
          <p15:clr>
            <a:srgbClr val="F26B43"/>
          </p15:clr>
        </p15:guide>
        <p15:guide id="2" pos="173">
          <p15:clr>
            <a:srgbClr val="F26B43"/>
          </p15:clr>
        </p15:guide>
        <p15:guide id="3" pos="2049">
          <p15:clr>
            <a:srgbClr val="F26B43"/>
          </p15:clr>
        </p15:guide>
        <p15:guide id="7" pos="3754">
          <p15:clr>
            <a:srgbClr val="F26B43"/>
          </p15:clr>
        </p15:guide>
        <p15:guide id="8" pos="3925">
          <p15:clr>
            <a:srgbClr val="F26B43"/>
          </p15:clr>
        </p15:guide>
        <p15:guide id="10" pos="5630">
          <p15:clr>
            <a:srgbClr val="F26B43"/>
          </p15:clr>
        </p15:guide>
        <p15:guide id="11" pos="5832">
          <p15:clr>
            <a:srgbClr val="F26B43"/>
          </p15:clr>
        </p15:guide>
        <p15:guide id="13" pos="7510">
          <p15:clr>
            <a:srgbClr val="F26B43"/>
          </p15:clr>
        </p15:guide>
        <p15:guide id="18" orient="horz" pos="231">
          <p15:clr>
            <a:srgbClr val="F26B43"/>
          </p15:clr>
        </p15:guide>
        <p15:guide id="22" orient="horz" pos="4003">
          <p15:clr>
            <a:srgbClr val="F26B43"/>
          </p15:clr>
        </p15:guide>
        <p15:guide id="24" orient="horz" pos="1128">
          <p15:clr>
            <a:srgbClr val="F26B43"/>
          </p15:clr>
        </p15:guide>
        <p15:guide id="25" pos="2502">
          <p15:clr>
            <a:srgbClr val="F26B43"/>
          </p15:clr>
        </p15:guide>
        <p15:guide id="26" pos="5179">
          <p15:clr>
            <a:srgbClr val="F26B43"/>
          </p15:clr>
        </p15:guide>
        <p15:guide id="27" pos="2675">
          <p15:clr>
            <a:srgbClr val="F26B43"/>
          </p15:clr>
        </p15:guide>
        <p15:guide id="28" pos="50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jp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3.xml"/><Relationship Id="rId5" Type="http://schemas.openxmlformats.org/officeDocument/2006/relationships/image" Target="../media/image5.jpg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4.xml"/><Relationship Id="rId5" Type="http://schemas.openxmlformats.org/officeDocument/2006/relationships/image" Target="../media/image5.jpg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5.xml"/><Relationship Id="rId5" Type="http://schemas.openxmlformats.org/officeDocument/2006/relationships/image" Target="../media/image5.jpg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6.xml"/><Relationship Id="rId5" Type="http://schemas.openxmlformats.org/officeDocument/2006/relationships/image" Target="../media/image5.jpg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7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8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9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0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1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2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3.x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4.xml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5.xml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6.x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7.xml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8.x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19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20.xml"/><Relationship Id="rId4" Type="http://schemas.openxmlformats.org/officeDocument/2006/relationships/image" Target="../media/image1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21.xml"/><Relationship Id="rId4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22.xml"/><Relationship Id="rId4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23.xml"/><Relationship Id="rId4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9.xml"/><Relationship Id="rId1" Type="http://schemas.openxmlformats.org/officeDocument/2006/relationships/tags" Target="../tags/tag24.xml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CA9F6D-8678-6431-9C78-A08AAC102FA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5315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CA9F6D-8678-6431-9C78-A08AAC102F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2C85A74-4581-C4AB-7953-E944EAC49B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4BD2C0-D4AD-5A7F-3106-B800B64633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Presenter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A85D62-1916-157C-43A8-1B80DC60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 sz="10000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4FEC8-38D6-35B6-55A1-84995BCB16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C98B0-1C34-AA06-9966-540FFA8564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Subtitle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33E6BE0-31F2-C39E-BE5E-5BBEEAEDD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67266" y="318366"/>
            <a:ext cx="1143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9749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D28F-E11F-92AD-3F69-661EF274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CDCC61C-88A1-C412-2389-ADF5D34DD7A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0757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6268D23-7F41-B298-33E5-2586E3CC1C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EA06C-1254-38A3-2EEC-4AE48D33B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7551A-C5F9-CD23-8234-9D8CCCD8057B}"/>
              </a:ext>
            </a:extLst>
          </p:cNvPr>
          <p:cNvSpPr txBox="1"/>
          <p:nvPr/>
        </p:nvSpPr>
        <p:spPr>
          <a:xfrm>
            <a:off x="268884" y="5217631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3E33D8-24F7-4B48-CFAB-37043CDD8D13}"/>
              </a:ext>
            </a:extLst>
          </p:cNvPr>
          <p:cNvCxnSpPr/>
          <p:nvPr/>
        </p:nvCxnSpPr>
        <p:spPr>
          <a:xfrm>
            <a:off x="0" y="19685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176DFA-CDEE-0EBE-85A9-89D760D653BA}"/>
              </a:ext>
            </a:extLst>
          </p:cNvPr>
          <p:cNvCxnSpPr>
            <a:cxnSpLocks/>
          </p:cNvCxnSpPr>
          <p:nvPr/>
        </p:nvCxnSpPr>
        <p:spPr>
          <a:xfrm>
            <a:off x="0" y="497407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196A3E1-27FE-1CBF-02DD-E8F45427EF6F}"/>
              </a:ext>
            </a:extLst>
          </p:cNvPr>
          <p:cNvSpPr txBox="1">
            <a:spLocks/>
          </p:cNvSpPr>
          <p:nvPr/>
        </p:nvSpPr>
        <p:spPr>
          <a:xfrm>
            <a:off x="274637" y="366713"/>
            <a:ext cx="11688759" cy="160178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95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B1D1C530-ABA4-6660-A186-AD99ED0838A0}"/>
              </a:ext>
            </a:extLst>
          </p:cNvPr>
          <p:cNvSpPr txBox="1">
            <a:spLocks/>
          </p:cNvSpPr>
          <p:nvPr/>
        </p:nvSpPr>
        <p:spPr>
          <a:xfrm>
            <a:off x="1987905" y="2579151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47C115-E689-6DBA-4CC5-80DECB1A0149}"/>
              </a:ext>
            </a:extLst>
          </p:cNvPr>
          <p:cNvCxnSpPr>
            <a:cxnSpLocks/>
          </p:cNvCxnSpPr>
          <p:nvPr/>
        </p:nvCxnSpPr>
        <p:spPr>
          <a:xfrm>
            <a:off x="0" y="34712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F09A0D-E017-5223-C09A-6A2B53E793DD}"/>
              </a:ext>
            </a:extLst>
          </p:cNvPr>
          <p:cNvSpPr txBox="1"/>
          <p:nvPr/>
        </p:nvSpPr>
        <p:spPr>
          <a:xfrm>
            <a:off x="268884" y="3714846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BDCA08-76D2-343D-1B18-D596379568CF}"/>
              </a:ext>
            </a:extLst>
          </p:cNvPr>
          <p:cNvSpPr txBox="1"/>
          <p:nvPr/>
        </p:nvSpPr>
        <p:spPr>
          <a:xfrm>
            <a:off x="268884" y="2212061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7F48E6C3-A4D5-FFF4-A3FC-FC6490CF89B9}"/>
              </a:ext>
            </a:extLst>
          </p:cNvPr>
          <p:cNvSpPr txBox="1">
            <a:spLocks/>
          </p:cNvSpPr>
          <p:nvPr/>
        </p:nvSpPr>
        <p:spPr>
          <a:xfrm>
            <a:off x="1987905" y="5584721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244DBBF2-97DC-D5BA-17D0-173BA61C740D}"/>
              </a:ext>
            </a:extLst>
          </p:cNvPr>
          <p:cNvSpPr txBox="1">
            <a:spLocks/>
          </p:cNvSpPr>
          <p:nvPr/>
        </p:nvSpPr>
        <p:spPr>
          <a:xfrm>
            <a:off x="1987905" y="408193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DE2740D-AA6C-546D-0685-C9DCB3101DBE}"/>
              </a:ext>
            </a:extLst>
          </p:cNvPr>
          <p:cNvCxnSpPr>
            <a:cxnSpLocks/>
          </p:cNvCxnSpPr>
          <p:nvPr/>
        </p:nvCxnSpPr>
        <p:spPr>
          <a:xfrm>
            <a:off x="1599521" y="1966912"/>
            <a:ext cx="0" cy="45099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0CF299-CB4A-9938-5D0C-94518E342E72}"/>
              </a:ext>
            </a:extLst>
          </p:cNvPr>
          <p:cNvCxnSpPr/>
          <p:nvPr/>
        </p:nvCxnSpPr>
        <p:spPr>
          <a:xfrm>
            <a:off x="0" y="647685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7018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67D3C6-E1B8-9595-F1BC-166D3EB844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4617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EEB7A20-67FA-4D1B-C643-947115DC86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841A92-57C1-89EB-BE09-D8B889CCF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F06D7-E62F-FCAB-8286-A3D6263CA0CD}"/>
              </a:ext>
            </a:extLst>
          </p:cNvPr>
          <p:cNvSpPr txBox="1"/>
          <p:nvPr/>
        </p:nvSpPr>
        <p:spPr>
          <a:xfrm>
            <a:off x="268884" y="5417629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918BA5F-BA5C-61B4-D32F-4FC4347A789C}"/>
              </a:ext>
            </a:extLst>
          </p:cNvPr>
          <p:cNvSpPr txBox="1">
            <a:spLocks/>
          </p:cNvSpPr>
          <p:nvPr/>
        </p:nvSpPr>
        <p:spPr>
          <a:xfrm>
            <a:off x="1987905" y="3555777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2F221B-60A6-F4BE-4E4C-823496353A19}"/>
              </a:ext>
            </a:extLst>
          </p:cNvPr>
          <p:cNvCxnSpPr/>
          <p:nvPr/>
        </p:nvCxnSpPr>
        <p:spPr>
          <a:xfrm>
            <a:off x="0" y="19685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9679A1-77F3-ECE0-8F4B-54C9AE700A42}"/>
              </a:ext>
            </a:extLst>
          </p:cNvPr>
          <p:cNvCxnSpPr>
            <a:cxnSpLocks/>
          </p:cNvCxnSpPr>
          <p:nvPr/>
        </p:nvCxnSpPr>
        <p:spPr>
          <a:xfrm>
            <a:off x="0" y="422275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512D93F-09AE-82E9-D12F-240FF8D49F3B}"/>
              </a:ext>
            </a:extLst>
          </p:cNvPr>
          <p:cNvSpPr txBox="1">
            <a:spLocks/>
          </p:cNvSpPr>
          <p:nvPr/>
        </p:nvSpPr>
        <p:spPr>
          <a:xfrm>
            <a:off x="274637" y="366713"/>
            <a:ext cx="11688759" cy="160178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95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9B1EDD6F-21A8-55D9-6F3D-392186A0F982}"/>
              </a:ext>
            </a:extLst>
          </p:cNvPr>
          <p:cNvSpPr txBox="1">
            <a:spLocks/>
          </p:cNvSpPr>
          <p:nvPr/>
        </p:nvSpPr>
        <p:spPr>
          <a:xfrm>
            <a:off x="1987905" y="2447318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5B9DF6-EED6-CF48-08C0-952D42414ED4}"/>
              </a:ext>
            </a:extLst>
          </p:cNvPr>
          <p:cNvCxnSpPr>
            <a:cxnSpLocks/>
          </p:cNvCxnSpPr>
          <p:nvPr/>
        </p:nvCxnSpPr>
        <p:spPr>
          <a:xfrm>
            <a:off x="0" y="309562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1FE595-7380-639B-167E-D88976300245}"/>
              </a:ext>
            </a:extLst>
          </p:cNvPr>
          <p:cNvCxnSpPr>
            <a:cxnSpLocks/>
          </p:cNvCxnSpPr>
          <p:nvPr/>
        </p:nvCxnSpPr>
        <p:spPr>
          <a:xfrm>
            <a:off x="0" y="534987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0F07330-C83B-631B-235C-58E6352BC439}"/>
              </a:ext>
            </a:extLst>
          </p:cNvPr>
          <p:cNvSpPr txBox="1"/>
          <p:nvPr/>
        </p:nvSpPr>
        <p:spPr>
          <a:xfrm>
            <a:off x="268884" y="4288499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DA860F-CB6A-8424-8D0C-A0A303825E30}"/>
              </a:ext>
            </a:extLst>
          </p:cNvPr>
          <p:cNvSpPr txBox="1"/>
          <p:nvPr/>
        </p:nvSpPr>
        <p:spPr>
          <a:xfrm>
            <a:off x="268884" y="3159370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3476F2-D852-E07D-BCE0-9E6145DD4492}"/>
              </a:ext>
            </a:extLst>
          </p:cNvPr>
          <p:cNvSpPr txBox="1"/>
          <p:nvPr/>
        </p:nvSpPr>
        <p:spPr>
          <a:xfrm>
            <a:off x="268884" y="2030241"/>
            <a:ext cx="1899669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76776FA2-4081-0E00-23EA-059A41743B94}"/>
              </a:ext>
            </a:extLst>
          </p:cNvPr>
          <p:cNvSpPr txBox="1">
            <a:spLocks/>
          </p:cNvSpPr>
          <p:nvPr/>
        </p:nvSpPr>
        <p:spPr>
          <a:xfrm>
            <a:off x="1987905" y="577269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6F93F39-7189-F7BE-9E7D-D9DCFD75FD23}"/>
              </a:ext>
            </a:extLst>
          </p:cNvPr>
          <p:cNvSpPr txBox="1">
            <a:spLocks/>
          </p:cNvSpPr>
          <p:nvPr/>
        </p:nvSpPr>
        <p:spPr>
          <a:xfrm>
            <a:off x="1987905" y="466423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08A80D-86ED-EDB3-504A-F1280FA26445}"/>
              </a:ext>
            </a:extLst>
          </p:cNvPr>
          <p:cNvCxnSpPr>
            <a:cxnSpLocks/>
          </p:cNvCxnSpPr>
          <p:nvPr/>
        </p:nvCxnSpPr>
        <p:spPr>
          <a:xfrm>
            <a:off x="1599521" y="1966912"/>
            <a:ext cx="0" cy="45099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25ED81-7682-5B50-EEFF-1C794FE21A7C}"/>
              </a:ext>
            </a:extLst>
          </p:cNvPr>
          <p:cNvCxnSpPr/>
          <p:nvPr/>
        </p:nvCxnSpPr>
        <p:spPr>
          <a:xfrm>
            <a:off x="0" y="647685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53476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4C010-1563-0919-A104-FAE05E13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C73B08F1-00D4-D13F-61DB-51B965BA39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02991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69D6D13-5C52-9F13-480D-9D72E40BE7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328AF5-1C5B-B140-E444-DA92CCE1F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9858F-3BFC-F34E-3516-678B18AA1D37}"/>
              </a:ext>
            </a:extLst>
          </p:cNvPr>
          <p:cNvSpPr txBox="1"/>
          <p:nvPr/>
        </p:nvSpPr>
        <p:spPr>
          <a:xfrm>
            <a:off x="268884" y="5564082"/>
            <a:ext cx="1899669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22C11E20-791A-8076-E407-65D98F8116B3}"/>
              </a:ext>
            </a:extLst>
          </p:cNvPr>
          <p:cNvSpPr txBox="1">
            <a:spLocks/>
          </p:cNvSpPr>
          <p:nvPr/>
        </p:nvSpPr>
        <p:spPr>
          <a:xfrm>
            <a:off x="1987905" y="4077960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ECBAA5-2DF9-61A6-9803-4DADDA780827}"/>
              </a:ext>
            </a:extLst>
          </p:cNvPr>
          <p:cNvCxnSpPr/>
          <p:nvPr/>
        </p:nvCxnSpPr>
        <p:spPr>
          <a:xfrm>
            <a:off x="0" y="19685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98C4A-7408-8931-624B-654A935081C1}"/>
              </a:ext>
            </a:extLst>
          </p:cNvPr>
          <p:cNvCxnSpPr>
            <a:cxnSpLocks/>
          </p:cNvCxnSpPr>
          <p:nvPr/>
        </p:nvCxnSpPr>
        <p:spPr>
          <a:xfrm>
            <a:off x="0" y="3771842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BA73195-110B-6BF9-F569-AB5CB312C02C}"/>
              </a:ext>
            </a:extLst>
          </p:cNvPr>
          <p:cNvSpPr txBox="1">
            <a:spLocks/>
          </p:cNvSpPr>
          <p:nvPr/>
        </p:nvSpPr>
        <p:spPr>
          <a:xfrm>
            <a:off x="274637" y="366713"/>
            <a:ext cx="11688759" cy="160178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95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AFD6AD2A-CB92-6AA1-A9C5-3BFA8A1CD694}"/>
              </a:ext>
            </a:extLst>
          </p:cNvPr>
          <p:cNvSpPr txBox="1">
            <a:spLocks/>
          </p:cNvSpPr>
          <p:nvPr/>
        </p:nvSpPr>
        <p:spPr>
          <a:xfrm>
            <a:off x="1987905" y="2272938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35A669-437C-AA5B-E16F-6A65BF7D2F2F}"/>
              </a:ext>
            </a:extLst>
          </p:cNvPr>
          <p:cNvCxnSpPr>
            <a:cxnSpLocks/>
          </p:cNvCxnSpPr>
          <p:nvPr/>
        </p:nvCxnSpPr>
        <p:spPr>
          <a:xfrm>
            <a:off x="0" y="2870171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9876FA-BD6E-DBB9-443F-67FAAE2AC571}"/>
              </a:ext>
            </a:extLst>
          </p:cNvPr>
          <p:cNvCxnSpPr>
            <a:cxnSpLocks/>
          </p:cNvCxnSpPr>
          <p:nvPr/>
        </p:nvCxnSpPr>
        <p:spPr>
          <a:xfrm>
            <a:off x="0" y="467351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4E1C5B-E33A-EEDE-B8C1-DE30B7803CEF}"/>
              </a:ext>
            </a:extLst>
          </p:cNvPr>
          <p:cNvSpPr txBox="1"/>
          <p:nvPr/>
        </p:nvSpPr>
        <p:spPr>
          <a:xfrm>
            <a:off x="268884" y="3759061"/>
            <a:ext cx="1899669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877803-1D10-2DC4-1914-9F08ED135680}"/>
              </a:ext>
            </a:extLst>
          </p:cNvPr>
          <p:cNvSpPr txBox="1"/>
          <p:nvPr/>
        </p:nvSpPr>
        <p:spPr>
          <a:xfrm>
            <a:off x="268884" y="2856550"/>
            <a:ext cx="1899669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FE1517-44E7-7EDF-BA26-798419696FFE}"/>
              </a:ext>
            </a:extLst>
          </p:cNvPr>
          <p:cNvSpPr txBox="1"/>
          <p:nvPr/>
        </p:nvSpPr>
        <p:spPr>
          <a:xfrm>
            <a:off x="268884" y="1954039"/>
            <a:ext cx="1899669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36C549D4-B0B4-CD52-9500-4428D631D752}"/>
              </a:ext>
            </a:extLst>
          </p:cNvPr>
          <p:cNvSpPr txBox="1">
            <a:spLocks/>
          </p:cNvSpPr>
          <p:nvPr/>
        </p:nvSpPr>
        <p:spPr>
          <a:xfrm>
            <a:off x="1987905" y="5882982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A4E3329-6A86-2732-7A24-BEFC2BA9B1D9}"/>
              </a:ext>
            </a:extLst>
          </p:cNvPr>
          <p:cNvSpPr txBox="1">
            <a:spLocks/>
          </p:cNvSpPr>
          <p:nvPr/>
        </p:nvSpPr>
        <p:spPr>
          <a:xfrm>
            <a:off x="1987905" y="4980471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7A7390-0C58-C6A3-FF6B-FBB7B152018B}"/>
              </a:ext>
            </a:extLst>
          </p:cNvPr>
          <p:cNvCxnSpPr>
            <a:cxnSpLocks/>
          </p:cNvCxnSpPr>
          <p:nvPr/>
        </p:nvCxnSpPr>
        <p:spPr>
          <a:xfrm>
            <a:off x="1599521" y="1966912"/>
            <a:ext cx="0" cy="45099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1A2FB1-4699-411E-6CBD-9150A26431B0}"/>
              </a:ext>
            </a:extLst>
          </p:cNvPr>
          <p:cNvCxnSpPr/>
          <p:nvPr/>
        </p:nvCxnSpPr>
        <p:spPr>
          <a:xfrm>
            <a:off x="0" y="647685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397E01-8636-B7F8-CE77-F9068E0A5A48}"/>
              </a:ext>
            </a:extLst>
          </p:cNvPr>
          <p:cNvCxnSpPr/>
          <p:nvPr/>
        </p:nvCxnSpPr>
        <p:spPr>
          <a:xfrm>
            <a:off x="0" y="5575184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16A13C-B292-B130-4BB4-17614CCB6E2E}"/>
              </a:ext>
            </a:extLst>
          </p:cNvPr>
          <p:cNvSpPr txBox="1"/>
          <p:nvPr/>
        </p:nvSpPr>
        <p:spPr>
          <a:xfrm>
            <a:off x="268884" y="4661572"/>
            <a:ext cx="1899669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A0DC392D-4EFA-FC32-FA27-34514C82529C}"/>
              </a:ext>
            </a:extLst>
          </p:cNvPr>
          <p:cNvSpPr txBox="1">
            <a:spLocks/>
          </p:cNvSpPr>
          <p:nvPr/>
        </p:nvSpPr>
        <p:spPr>
          <a:xfrm>
            <a:off x="1987905" y="3175449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1649739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25DA-37F2-9D79-83A6-6B3F468F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9830C7F7-84A5-36AE-2BEC-2BC19FCB07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76151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431ECC21-2DD7-2C2C-64A7-8E97AAF05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595731-A5AB-7AEF-8B7A-AA5E658B7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C6B99E-DDFC-BFCB-0147-8DDAE883DDAF}"/>
              </a:ext>
            </a:extLst>
          </p:cNvPr>
          <p:cNvSpPr txBox="1"/>
          <p:nvPr/>
        </p:nvSpPr>
        <p:spPr>
          <a:xfrm>
            <a:off x="268884" y="5684323"/>
            <a:ext cx="18996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23795027-23E4-0EF2-9E8C-B0F5FB5B82A0}"/>
              </a:ext>
            </a:extLst>
          </p:cNvPr>
          <p:cNvSpPr txBox="1">
            <a:spLocks/>
          </p:cNvSpPr>
          <p:nvPr/>
        </p:nvSpPr>
        <p:spPr>
          <a:xfrm>
            <a:off x="1987905" y="370171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4F006-0A9A-F171-003F-789418F0A6BF}"/>
              </a:ext>
            </a:extLst>
          </p:cNvPr>
          <p:cNvCxnSpPr/>
          <p:nvPr/>
        </p:nvCxnSpPr>
        <p:spPr>
          <a:xfrm>
            <a:off x="0" y="19685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862E8-EA83-57EB-298C-E22C978F7887}"/>
              </a:ext>
            </a:extLst>
          </p:cNvPr>
          <p:cNvCxnSpPr>
            <a:cxnSpLocks/>
          </p:cNvCxnSpPr>
          <p:nvPr/>
        </p:nvCxnSpPr>
        <p:spPr>
          <a:xfrm>
            <a:off x="0" y="3471284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32731EB-0465-ADBC-C3D3-492319DB07E0}"/>
              </a:ext>
            </a:extLst>
          </p:cNvPr>
          <p:cNvSpPr txBox="1">
            <a:spLocks/>
          </p:cNvSpPr>
          <p:nvPr/>
        </p:nvSpPr>
        <p:spPr>
          <a:xfrm>
            <a:off x="274637" y="366713"/>
            <a:ext cx="11688759" cy="1601787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95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09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1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812C34B-0D3F-93D6-7163-240EF1D8B1CA}"/>
              </a:ext>
            </a:extLst>
          </p:cNvPr>
          <p:cNvSpPr txBox="1">
            <a:spLocks/>
          </p:cNvSpPr>
          <p:nvPr/>
        </p:nvSpPr>
        <p:spPr>
          <a:xfrm>
            <a:off x="1987905" y="219673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0C257C-7E66-597D-F1FE-881A7CCB1D1B}"/>
              </a:ext>
            </a:extLst>
          </p:cNvPr>
          <p:cNvCxnSpPr>
            <a:cxnSpLocks/>
          </p:cNvCxnSpPr>
          <p:nvPr/>
        </p:nvCxnSpPr>
        <p:spPr>
          <a:xfrm>
            <a:off x="0" y="2719892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5D35AB-63E0-387B-F926-679374E58D6B}"/>
              </a:ext>
            </a:extLst>
          </p:cNvPr>
          <p:cNvCxnSpPr>
            <a:cxnSpLocks/>
          </p:cNvCxnSpPr>
          <p:nvPr/>
        </p:nvCxnSpPr>
        <p:spPr>
          <a:xfrm>
            <a:off x="0" y="4222676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899B23E-7353-6258-FA46-7CEA69CB2D5F}"/>
              </a:ext>
            </a:extLst>
          </p:cNvPr>
          <p:cNvSpPr txBox="1"/>
          <p:nvPr/>
        </p:nvSpPr>
        <p:spPr>
          <a:xfrm>
            <a:off x="268884" y="3426557"/>
            <a:ext cx="18996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32ECF-7ACF-3F31-9477-4576FCC755D3}"/>
              </a:ext>
            </a:extLst>
          </p:cNvPr>
          <p:cNvSpPr txBox="1"/>
          <p:nvPr/>
        </p:nvSpPr>
        <p:spPr>
          <a:xfrm>
            <a:off x="268884" y="2673969"/>
            <a:ext cx="18996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9E1905-C171-563A-19CC-9B43ED61BA82}"/>
              </a:ext>
            </a:extLst>
          </p:cNvPr>
          <p:cNvSpPr txBox="1"/>
          <p:nvPr/>
        </p:nvSpPr>
        <p:spPr>
          <a:xfrm>
            <a:off x="268884" y="1921381"/>
            <a:ext cx="18996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7FEE0C46-DF4E-B251-8FA8-20CC38E9FE19}"/>
              </a:ext>
            </a:extLst>
          </p:cNvPr>
          <p:cNvSpPr txBox="1">
            <a:spLocks/>
          </p:cNvSpPr>
          <p:nvPr/>
        </p:nvSpPr>
        <p:spPr>
          <a:xfrm>
            <a:off x="1987905" y="5959184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5D2FC4A3-1C2B-91AF-10E9-BC22B2385031}"/>
              </a:ext>
            </a:extLst>
          </p:cNvPr>
          <p:cNvSpPr txBox="1">
            <a:spLocks/>
          </p:cNvSpPr>
          <p:nvPr/>
        </p:nvSpPr>
        <p:spPr>
          <a:xfrm>
            <a:off x="1987905" y="445420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FDEDE4-8FA6-BB8D-2248-70DB2E5092FE}"/>
              </a:ext>
            </a:extLst>
          </p:cNvPr>
          <p:cNvCxnSpPr>
            <a:cxnSpLocks/>
          </p:cNvCxnSpPr>
          <p:nvPr/>
        </p:nvCxnSpPr>
        <p:spPr>
          <a:xfrm>
            <a:off x="1599521" y="1966912"/>
            <a:ext cx="0" cy="45099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3E301B-6CC0-F2CF-26B6-2787C9FBEA8A}"/>
              </a:ext>
            </a:extLst>
          </p:cNvPr>
          <p:cNvCxnSpPr/>
          <p:nvPr/>
        </p:nvCxnSpPr>
        <p:spPr>
          <a:xfrm>
            <a:off x="0" y="6476853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E239DE-7C48-F03E-9D92-8157CC80B02F}"/>
              </a:ext>
            </a:extLst>
          </p:cNvPr>
          <p:cNvCxnSpPr/>
          <p:nvPr/>
        </p:nvCxnSpPr>
        <p:spPr>
          <a:xfrm>
            <a:off x="0" y="497406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B98ACE-B4B8-AC52-267D-7C62A1EEF160}"/>
              </a:ext>
            </a:extLst>
          </p:cNvPr>
          <p:cNvSpPr txBox="1"/>
          <p:nvPr/>
        </p:nvSpPr>
        <p:spPr>
          <a:xfrm>
            <a:off x="268884" y="4179145"/>
            <a:ext cx="18996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43705406-6374-0576-0524-95A3C5A11420}"/>
              </a:ext>
            </a:extLst>
          </p:cNvPr>
          <p:cNvSpPr txBox="1">
            <a:spLocks/>
          </p:cNvSpPr>
          <p:nvPr/>
        </p:nvSpPr>
        <p:spPr>
          <a:xfrm>
            <a:off x="1987905" y="294922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ED2A94-9CDE-57DC-0A4E-5A2C1B4C3BC6}"/>
              </a:ext>
            </a:extLst>
          </p:cNvPr>
          <p:cNvCxnSpPr/>
          <p:nvPr/>
        </p:nvCxnSpPr>
        <p:spPr>
          <a:xfrm>
            <a:off x="0" y="572546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8E501A-5FD8-A376-0ABA-D9EF2F352352}"/>
              </a:ext>
            </a:extLst>
          </p:cNvPr>
          <p:cNvSpPr txBox="1"/>
          <p:nvPr/>
        </p:nvSpPr>
        <p:spPr>
          <a:xfrm>
            <a:off x="268884" y="4931733"/>
            <a:ext cx="18996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i="0" spc="-150" dirty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06ED27F0-828A-0847-4972-3656EE2CB9F8}"/>
              </a:ext>
            </a:extLst>
          </p:cNvPr>
          <p:cNvSpPr txBox="1">
            <a:spLocks/>
          </p:cNvSpPr>
          <p:nvPr/>
        </p:nvSpPr>
        <p:spPr>
          <a:xfrm>
            <a:off x="1987905" y="5206696"/>
            <a:ext cx="6644461" cy="281483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10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3264590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AE059B-6C0C-A06B-1796-0C6DFA7A8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C8608F-DCB7-827E-DB98-7B849CEEA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9312B24A-E06E-5757-D764-F6F491BF476D}"/>
              </a:ext>
            </a:extLst>
          </p:cNvPr>
          <p:cNvSpPr txBox="1">
            <a:spLocks/>
          </p:cNvSpPr>
          <p:nvPr/>
        </p:nvSpPr>
        <p:spPr>
          <a:xfrm>
            <a:off x="274639" y="1233180"/>
            <a:ext cx="11636906" cy="448461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500" b="1" i="0" kern="1200" spc="-150">
                <a:ln w="19050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4400" dirty="0">
                <a:solidFill>
                  <a:schemeClr val="bg1"/>
                </a:solidFill>
              </a:rPr>
              <a:t>01</a:t>
            </a:r>
          </a:p>
          <a:p>
            <a:r>
              <a:rPr lang="en-US" sz="7200" b="0" dirty="0">
                <a:solidFill>
                  <a:schemeClr val="bg1"/>
                </a:solidFill>
              </a:rPr>
              <a:t>Section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5F5E53-822B-9789-12DF-E45681C57CA7}"/>
              </a:ext>
            </a:extLst>
          </p:cNvPr>
          <p:cNvCxnSpPr/>
          <p:nvPr/>
        </p:nvCxnSpPr>
        <p:spPr>
          <a:xfrm>
            <a:off x="0" y="19685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FF4186-AF06-E8D9-6F5F-A37BB33BAFE9}"/>
              </a:ext>
            </a:extLst>
          </p:cNvPr>
          <p:cNvCxnSpPr>
            <a:cxnSpLocks/>
          </p:cNvCxnSpPr>
          <p:nvPr/>
        </p:nvCxnSpPr>
        <p:spPr>
          <a:xfrm>
            <a:off x="0" y="497407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2530BD-73EC-C95F-A7FA-9AA634F84FDC}"/>
              </a:ext>
            </a:extLst>
          </p:cNvPr>
          <p:cNvCxnSpPr/>
          <p:nvPr/>
        </p:nvCxnSpPr>
        <p:spPr>
          <a:xfrm>
            <a:off x="0" y="377415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2027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BF3B-392B-AE85-11FA-833C7742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3949180-A7E9-881B-4C33-8DF9C728E37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C7C140-4ED6-E3E2-8608-6D79C113E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967BC-494C-7619-1620-26B337E5C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DE235D-4B36-CF24-B92E-0811B7FBB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E4A56B7-0A09-B07D-2376-0967448DFB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46486-F7DF-7EB9-086A-4DA7EB424A9A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9238BC-9F23-472E-73FC-D9215CF18EAE}"/>
              </a:ext>
            </a:extLst>
          </p:cNvPr>
          <p:cNvGrpSpPr/>
          <p:nvPr/>
        </p:nvGrpSpPr>
        <p:grpSpPr>
          <a:xfrm>
            <a:off x="6235599" y="2077157"/>
            <a:ext cx="5684838" cy="4277922"/>
            <a:chOff x="6235599" y="2077157"/>
            <a:chExt cx="5684838" cy="4277922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F8BD7294-5921-54E6-09DF-BF14281A2BCB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2</a:t>
              </a:r>
            </a:p>
          </p:txBody>
        </p:sp>
        <p:sp>
          <p:nvSpPr>
            <p:cNvPr id="11" name="Text Placeholder 2">
              <a:extLst>
                <a:ext uri="{FF2B5EF4-FFF2-40B4-BE49-F238E27FC236}">
                  <a16:creationId xmlns:a16="http://schemas.microsoft.com/office/drawing/2014/main" id="{F52E92A7-A92F-092E-6320-0A6D068F020A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2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0719C85-3682-BEFA-563E-236BDD55F509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9413C7-A019-F899-47C6-5317247605D6}"/>
              </a:ext>
            </a:extLst>
          </p:cNvPr>
          <p:cNvGrpSpPr/>
          <p:nvPr/>
        </p:nvGrpSpPr>
        <p:grpSpPr>
          <a:xfrm>
            <a:off x="274637" y="2077157"/>
            <a:ext cx="5684838" cy="4277922"/>
            <a:chOff x="6235599" y="2077157"/>
            <a:chExt cx="5684838" cy="4277922"/>
          </a:xfrm>
        </p:grpSpPr>
        <p:sp>
          <p:nvSpPr>
            <p:cNvPr id="18" name="Content Placeholder 3">
              <a:extLst>
                <a:ext uri="{FF2B5EF4-FFF2-40B4-BE49-F238E27FC236}">
                  <a16:creationId xmlns:a16="http://schemas.microsoft.com/office/drawing/2014/main" id="{AF25B3B3-CF90-BC40-CD4E-C739D6B6C6C7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1</a:t>
              </a:r>
            </a:p>
          </p:txBody>
        </p: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9C7684A3-B9DB-3733-CF2D-3AFDB9C747C5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E43C618-25EB-5B54-FC3D-55BD3118FE31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75225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16B63-25CE-F8C2-2B14-4F75AA3A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444EEFF-DD05-E923-A0D9-793F81EA7B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949180-A7E9-881B-4C33-8DF9C728E3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45EAB-4ED3-9E2C-BB8C-01D6685B32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637" y="2048256"/>
            <a:ext cx="5684838" cy="4306824"/>
          </a:xfrm>
          <a:solidFill>
            <a:schemeClr val="bg1">
              <a:lumMod val="95000"/>
            </a:schemeClr>
          </a:solidFill>
        </p:spPr>
        <p:txBody>
          <a:bodyPr lIns="144000" tIns="144000" rIns="144000" bIns="14400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 1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D7DD5-BE70-5D8D-C143-72C280954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F9061B-839F-A1F3-E51E-FD0B011D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2BEE459-80A3-2F70-DC02-2B05413CB6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498EA316-8085-5D7D-A438-9B1D48A56FB7}"/>
              </a:ext>
            </a:extLst>
          </p:cNvPr>
          <p:cNvSpPr txBox="1">
            <a:spLocks/>
          </p:cNvSpPr>
          <p:nvPr/>
        </p:nvSpPr>
        <p:spPr>
          <a:xfrm>
            <a:off x="6232527" y="2048256"/>
            <a:ext cx="5686885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 2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75062-215F-EDB8-5B14-42F349550E39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60085352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9C0A-46E7-74A3-2272-250E3FEE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D65E729-F773-356C-F8F7-E76273505B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949180-A7E9-881B-4C33-8DF9C728E3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CDDBC-0F46-BE01-477D-E7C224126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0DEB24-4FB9-1168-0A02-BA47F287B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5F122C-E3D5-DA18-0508-06F3ECA92A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0EC00E-27B9-E0CF-E16E-BDB4EEB0550F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091BDC-9F70-C408-7861-E504AF855313}"/>
              </a:ext>
            </a:extLst>
          </p:cNvPr>
          <p:cNvGrpSpPr/>
          <p:nvPr/>
        </p:nvGrpSpPr>
        <p:grpSpPr>
          <a:xfrm>
            <a:off x="8221663" y="2077157"/>
            <a:ext cx="3698774" cy="4277922"/>
            <a:chOff x="6235599" y="2077157"/>
            <a:chExt cx="5684838" cy="4277922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D7FA5F21-727A-8185-F6B1-BC107F0347E7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3</a:t>
              </a:r>
            </a:p>
          </p:txBody>
        </p:sp>
        <p:sp>
          <p:nvSpPr>
            <p:cNvPr id="11" name="Text Placeholder 2">
              <a:extLst>
                <a:ext uri="{FF2B5EF4-FFF2-40B4-BE49-F238E27FC236}">
                  <a16:creationId xmlns:a16="http://schemas.microsoft.com/office/drawing/2014/main" id="{6E0951D6-BC56-0D44-093F-41C434D0FD85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958AF62-AA98-21AF-1FF4-15DC4F202E7D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28CFE8-7E83-394F-452E-54068EE9E307}"/>
              </a:ext>
            </a:extLst>
          </p:cNvPr>
          <p:cNvGrpSpPr/>
          <p:nvPr/>
        </p:nvGrpSpPr>
        <p:grpSpPr>
          <a:xfrm>
            <a:off x="274637" y="2077157"/>
            <a:ext cx="3697288" cy="4277922"/>
            <a:chOff x="6235599" y="2077157"/>
            <a:chExt cx="5684838" cy="4277922"/>
          </a:xfrm>
        </p:grpSpPr>
        <p:sp>
          <p:nvSpPr>
            <p:cNvPr id="18" name="Content Placeholder 3">
              <a:extLst>
                <a:ext uri="{FF2B5EF4-FFF2-40B4-BE49-F238E27FC236}">
                  <a16:creationId xmlns:a16="http://schemas.microsoft.com/office/drawing/2014/main" id="{7190AB41-7EA8-E453-BDD1-6CCBDA3CB761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1</a:t>
              </a:r>
            </a:p>
          </p:txBody>
        </p: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629DA00C-C870-CA97-6A59-741781F27DBD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5DE8B4-474A-B4BD-CB73-B1F28F9647C5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0422C6B-D1A8-1406-4EE2-BD3140E9646E}"/>
              </a:ext>
            </a:extLst>
          </p:cNvPr>
          <p:cNvGrpSpPr/>
          <p:nvPr/>
        </p:nvGrpSpPr>
        <p:grpSpPr>
          <a:xfrm>
            <a:off x="4251547" y="2077157"/>
            <a:ext cx="3698774" cy="4277922"/>
            <a:chOff x="6235599" y="2077157"/>
            <a:chExt cx="5684838" cy="4277922"/>
          </a:xfrm>
        </p:grpSpPr>
        <p:sp>
          <p:nvSpPr>
            <p:cNvPr id="3" name="Content Placeholder 3">
              <a:extLst>
                <a:ext uri="{FF2B5EF4-FFF2-40B4-BE49-F238E27FC236}">
                  <a16:creationId xmlns:a16="http://schemas.microsoft.com/office/drawing/2014/main" id="{AC3DDDE4-7D8E-106D-7D24-1E56670DB7F2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2</a:t>
              </a:r>
            </a:p>
          </p:txBody>
        </p:sp>
        <p:sp>
          <p:nvSpPr>
            <p:cNvPr id="4" name="Text Placeholder 2">
              <a:extLst>
                <a:ext uri="{FF2B5EF4-FFF2-40B4-BE49-F238E27FC236}">
                  <a16:creationId xmlns:a16="http://schemas.microsoft.com/office/drawing/2014/main" id="{35ECCC0B-3297-CD1C-E0A0-FA06CA8A5465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2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EA1EBD9-48CB-EED8-A3E3-6F5A7A28AB72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1661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BAA7-77BE-3C2E-1C64-CAEC88F05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BC7C140-4ED6-E3E2-8608-6D79C113ED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70128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C7C140-4ED6-E3E2-8608-6D79C113E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028F4-3B8C-3285-8CF4-D90B1948F3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637" y="2048256"/>
            <a:ext cx="3697287" cy="4306824"/>
          </a:xfrm>
          <a:solidFill>
            <a:schemeClr val="bg1">
              <a:lumMod val="95000"/>
            </a:schemeClr>
          </a:solidFill>
        </p:spPr>
        <p:txBody>
          <a:bodyPr lIns="144000" tIns="144000" rIns="144000" bIns="14400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 1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6A3C9-6CB1-A023-E508-F5561EA2F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E4ED5-CC18-76D6-6ED2-6C30301C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8AFDBE3-DCCE-8549-0DC8-B7DFD11EF1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C5A0FB09-3306-5003-EBE5-FEA96702041E}"/>
              </a:ext>
            </a:extLst>
          </p:cNvPr>
          <p:cNvSpPr txBox="1">
            <a:spLocks/>
          </p:cNvSpPr>
          <p:nvPr/>
        </p:nvSpPr>
        <p:spPr>
          <a:xfrm>
            <a:off x="4246563" y="2048256"/>
            <a:ext cx="3700462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 2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2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30F689E2-0A77-5B07-DB4B-BB36D7A31662}"/>
              </a:ext>
            </a:extLst>
          </p:cNvPr>
          <p:cNvSpPr txBox="1">
            <a:spLocks/>
          </p:cNvSpPr>
          <p:nvPr/>
        </p:nvSpPr>
        <p:spPr>
          <a:xfrm>
            <a:off x="8221663" y="2048256"/>
            <a:ext cx="3697749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 3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464A33-9AA0-08A2-67B9-EBE9AA9B1688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91886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93D7-FE1B-C166-C544-59E12D15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46D0610-1808-BCD4-96B0-4B524BCD28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65E729-F773-356C-F8F7-E76273505B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3A069-901A-FC53-2FBA-133FB41B1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C4ABD21-1B3D-507E-9418-A5946382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8DC99ED-1213-43B1-C9AC-C76E38F9F3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7ED55-FE1B-2FE3-6501-A4249CA0556F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C19664-30CE-5A47-793B-10DBE6A8B070}"/>
              </a:ext>
            </a:extLst>
          </p:cNvPr>
          <p:cNvGrpSpPr/>
          <p:nvPr/>
        </p:nvGrpSpPr>
        <p:grpSpPr>
          <a:xfrm>
            <a:off x="9210677" y="2077157"/>
            <a:ext cx="2706687" cy="4277922"/>
            <a:chOff x="6235599" y="2077157"/>
            <a:chExt cx="5684838" cy="4277922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A3FEB96F-7813-309C-17F1-A6D9CA9A4DAA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4</a:t>
              </a:r>
            </a:p>
          </p:txBody>
        </p:sp>
        <p:sp>
          <p:nvSpPr>
            <p:cNvPr id="11" name="Text Placeholder 2">
              <a:extLst>
                <a:ext uri="{FF2B5EF4-FFF2-40B4-BE49-F238E27FC236}">
                  <a16:creationId xmlns:a16="http://schemas.microsoft.com/office/drawing/2014/main" id="{8AD3FDFD-589C-A011-FAF9-60299FCB443B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4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6DA761-3312-2D49-4820-324810B267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4DBCE4-5FED-6C4F-87C9-BB09848A1729}"/>
              </a:ext>
            </a:extLst>
          </p:cNvPr>
          <p:cNvGrpSpPr/>
          <p:nvPr/>
        </p:nvGrpSpPr>
        <p:grpSpPr>
          <a:xfrm>
            <a:off x="274637" y="2077157"/>
            <a:ext cx="2701926" cy="4277922"/>
            <a:chOff x="6235599" y="2077157"/>
            <a:chExt cx="5684838" cy="4277922"/>
          </a:xfrm>
        </p:grpSpPr>
        <p:sp>
          <p:nvSpPr>
            <p:cNvPr id="18" name="Content Placeholder 3">
              <a:extLst>
                <a:ext uri="{FF2B5EF4-FFF2-40B4-BE49-F238E27FC236}">
                  <a16:creationId xmlns:a16="http://schemas.microsoft.com/office/drawing/2014/main" id="{39BED7DB-47B6-03BD-D4FF-E5B66E72F98D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1</a:t>
              </a:r>
            </a:p>
          </p:txBody>
        </p: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B9A21AC2-D475-95AC-93CF-62A34E6C7DA8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A8299F-3679-DCB2-5722-1ACAED432A89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153ABDB-B099-7171-79E2-041B1180F46E}"/>
              </a:ext>
            </a:extLst>
          </p:cNvPr>
          <p:cNvGrpSpPr/>
          <p:nvPr/>
        </p:nvGrpSpPr>
        <p:grpSpPr>
          <a:xfrm>
            <a:off x="3250143" y="2077157"/>
            <a:ext cx="2706687" cy="4277922"/>
            <a:chOff x="6235599" y="2077157"/>
            <a:chExt cx="5684838" cy="4277922"/>
          </a:xfrm>
        </p:grpSpPr>
        <p:sp>
          <p:nvSpPr>
            <p:cNvPr id="3" name="Content Placeholder 3">
              <a:extLst>
                <a:ext uri="{FF2B5EF4-FFF2-40B4-BE49-F238E27FC236}">
                  <a16:creationId xmlns:a16="http://schemas.microsoft.com/office/drawing/2014/main" id="{6FACD554-4C32-A1CA-F254-5F660A198093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2</a:t>
              </a:r>
            </a:p>
          </p:txBody>
        </p:sp>
        <p:sp>
          <p:nvSpPr>
            <p:cNvPr id="4" name="Text Placeholder 2">
              <a:extLst>
                <a:ext uri="{FF2B5EF4-FFF2-40B4-BE49-F238E27FC236}">
                  <a16:creationId xmlns:a16="http://schemas.microsoft.com/office/drawing/2014/main" id="{04BCF63E-CB92-12B0-D602-0C066B09ED52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2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080BD54-1BA9-5C18-2BCE-7F0F584D51EC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4D6E9B-B587-7C71-037F-D73900066E4E}"/>
              </a:ext>
            </a:extLst>
          </p:cNvPr>
          <p:cNvGrpSpPr/>
          <p:nvPr/>
        </p:nvGrpSpPr>
        <p:grpSpPr>
          <a:xfrm>
            <a:off x="6230410" y="2077157"/>
            <a:ext cx="2706687" cy="4277922"/>
            <a:chOff x="6235599" y="2077157"/>
            <a:chExt cx="5684838" cy="4277922"/>
          </a:xfrm>
        </p:grpSpPr>
        <p:sp>
          <p:nvSpPr>
            <p:cNvPr id="29" name="Content Placeholder 3">
              <a:extLst>
                <a:ext uri="{FF2B5EF4-FFF2-40B4-BE49-F238E27FC236}">
                  <a16:creationId xmlns:a16="http://schemas.microsoft.com/office/drawing/2014/main" id="{3FBC0EC7-7E9C-8AF0-5C24-590BC9AF6C1D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3</a:t>
              </a: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669CB4E9-D5E9-5948-50F9-C60649FA81A5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3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F569584-282A-B815-FE72-8F4BB811EA65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751853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4231-57A9-B296-0C1B-3BB6F920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33ECC0D-81B4-F3EE-3D2D-2B74BE6408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BC7C140-4ED6-E3E2-8608-6D79C113E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FAB1F-68E0-16ED-B744-E6EC8FBAF4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638" y="2048256"/>
            <a:ext cx="2701926" cy="4306824"/>
          </a:xfrm>
          <a:solidFill>
            <a:schemeClr val="bg1">
              <a:lumMod val="95000"/>
            </a:schemeClr>
          </a:solidFill>
        </p:spPr>
        <p:txBody>
          <a:bodyPr lIns="144000" tIns="144000" rIns="144000" bIns="14400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1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F86BE-BE81-72F7-3CAE-5B642B75C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B99CE9-83C5-6B7E-F621-0CA25E56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FE00EB8-D3BD-5EA6-7B1A-B6B124E758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84BDE3D-0C9C-6202-82AE-B370138A1E41}"/>
              </a:ext>
            </a:extLst>
          </p:cNvPr>
          <p:cNvSpPr txBox="1">
            <a:spLocks/>
          </p:cNvSpPr>
          <p:nvPr/>
        </p:nvSpPr>
        <p:spPr>
          <a:xfrm>
            <a:off x="3254342" y="2048256"/>
            <a:ext cx="2701926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2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169728-9BF8-E91E-98BD-3D464326685B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6B9E4FA-AF7C-ECD3-2443-700CB6163011}"/>
              </a:ext>
            </a:extLst>
          </p:cNvPr>
          <p:cNvSpPr txBox="1">
            <a:spLocks/>
          </p:cNvSpPr>
          <p:nvPr/>
        </p:nvSpPr>
        <p:spPr>
          <a:xfrm>
            <a:off x="6234046" y="2048256"/>
            <a:ext cx="2701926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3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3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C517D4-CCD8-6375-497A-B5D704B4A5F2}"/>
              </a:ext>
            </a:extLst>
          </p:cNvPr>
          <p:cNvSpPr txBox="1">
            <a:spLocks/>
          </p:cNvSpPr>
          <p:nvPr/>
        </p:nvSpPr>
        <p:spPr>
          <a:xfrm>
            <a:off x="9213750" y="2048256"/>
            <a:ext cx="2701926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4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4</a:t>
            </a:r>
          </a:p>
        </p:txBody>
      </p:sp>
    </p:spTree>
    <p:extLst>
      <p:ext uri="{BB962C8B-B14F-4D97-AF65-F5344CB8AC3E}">
        <p14:creationId xmlns:p14="http://schemas.microsoft.com/office/powerpoint/2010/main" val="148178930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01A3-0FDC-1D18-EC8D-98C4BE89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8E80E30-2A14-33F7-A978-A90116E08F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6D0610-1808-BCD4-96B0-4B524BCD28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43779-BD23-5DA3-81C3-04A5D86EF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538656C-E882-BE29-BD54-3779C0232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60F3B8E-6A4A-4756-0B28-59E4C09D02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1CEC3D-BFB3-5188-05F3-C6B8C33351DD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F0FF7D-7122-14EF-2FEC-FF558DDBE919}"/>
              </a:ext>
            </a:extLst>
          </p:cNvPr>
          <p:cNvGrpSpPr/>
          <p:nvPr/>
        </p:nvGrpSpPr>
        <p:grpSpPr>
          <a:xfrm>
            <a:off x="9210677" y="2077157"/>
            <a:ext cx="2706687" cy="4277922"/>
            <a:chOff x="6235599" y="2077157"/>
            <a:chExt cx="5684838" cy="4277922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98C2C548-C002-9A77-D4DC-964E5B6E3111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2</a:t>
              </a:r>
            </a:p>
          </p:txBody>
        </p:sp>
        <p:sp>
          <p:nvSpPr>
            <p:cNvPr id="11" name="Text Placeholder 2">
              <a:extLst>
                <a:ext uri="{FF2B5EF4-FFF2-40B4-BE49-F238E27FC236}">
                  <a16:creationId xmlns:a16="http://schemas.microsoft.com/office/drawing/2014/main" id="{AFECE29D-605F-BE74-A99A-15A9091EB2B9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2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A070FC-FCC8-EDEE-065F-48E83F832FC7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92F2A4-BB0C-8C42-92E9-7F67FA83E5E1}"/>
              </a:ext>
            </a:extLst>
          </p:cNvPr>
          <p:cNvGrpSpPr/>
          <p:nvPr/>
        </p:nvGrpSpPr>
        <p:grpSpPr>
          <a:xfrm>
            <a:off x="274637" y="2077157"/>
            <a:ext cx="8662460" cy="4277922"/>
            <a:chOff x="6235599" y="2077157"/>
            <a:chExt cx="5684838" cy="4277922"/>
          </a:xfrm>
        </p:grpSpPr>
        <p:sp>
          <p:nvSpPr>
            <p:cNvPr id="18" name="Content Placeholder 3">
              <a:extLst>
                <a:ext uri="{FF2B5EF4-FFF2-40B4-BE49-F238E27FC236}">
                  <a16:creationId xmlns:a16="http://schemas.microsoft.com/office/drawing/2014/main" id="{2C14466B-EECC-3FA0-D195-ABEEAA942730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1</a:t>
              </a:r>
            </a:p>
          </p:txBody>
        </p: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6924E980-4F5E-5A10-8C0A-7A50ED70EF3A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C74384-8EB4-BD49-D4BA-CCFFBDFE9BEA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530031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9C7A-0C3C-31D6-56E8-C3939107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2A3BF67-7CFC-8BFE-9D4C-D25CA1850E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3ECC0D-81B4-F3EE-3D2D-2B74BE640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1C108-BDB5-A68B-E17C-64B6AF8580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638" y="2048256"/>
            <a:ext cx="8661334" cy="4306824"/>
          </a:xfrm>
          <a:solidFill>
            <a:schemeClr val="bg1">
              <a:lumMod val="95000"/>
            </a:schemeClr>
          </a:solidFill>
        </p:spPr>
        <p:txBody>
          <a:bodyPr lIns="144000" tIns="144000" rIns="144000" bIns="14400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1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1648F-D51B-7A36-3D4F-E1A33B44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CB9447-74D6-ED14-4455-1351924A4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60FD8AE-78A1-1CD8-1C93-A72403ED98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E20F4-EF80-5108-D86A-20EE8B1B4D7D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D2F01BD-06C3-E311-FC12-A7FE36EE173B}"/>
              </a:ext>
            </a:extLst>
          </p:cNvPr>
          <p:cNvSpPr txBox="1">
            <a:spLocks/>
          </p:cNvSpPr>
          <p:nvPr/>
        </p:nvSpPr>
        <p:spPr>
          <a:xfrm>
            <a:off x="9213750" y="2048256"/>
            <a:ext cx="2701926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2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2</a:t>
            </a:r>
          </a:p>
        </p:txBody>
      </p:sp>
    </p:spTree>
    <p:extLst>
      <p:ext uri="{BB962C8B-B14F-4D97-AF65-F5344CB8AC3E}">
        <p14:creationId xmlns:p14="http://schemas.microsoft.com/office/powerpoint/2010/main" val="85159426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9A96-FA08-E0E0-B9E6-BBFC6D3D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32870C2-0401-EC87-29CC-8F74237A67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6D0610-1808-BCD4-96B0-4B524BCD28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DF736-24D8-8C1B-AE83-F7063AA98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F6136A-E497-BEAF-EBA3-A9FABA191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E509DCA-6D6F-A0F6-0F64-3410C80D4D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5236E-3D83-1A90-851A-330FBE3D4C97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4318A0-9358-CEBC-90A3-602096B34AB6}"/>
              </a:ext>
            </a:extLst>
          </p:cNvPr>
          <p:cNvGrpSpPr/>
          <p:nvPr/>
        </p:nvGrpSpPr>
        <p:grpSpPr>
          <a:xfrm>
            <a:off x="3250143" y="2077157"/>
            <a:ext cx="8667221" cy="4277922"/>
            <a:chOff x="6235599" y="2077157"/>
            <a:chExt cx="5684838" cy="4277922"/>
          </a:xfrm>
        </p:grpSpPr>
        <p:sp>
          <p:nvSpPr>
            <p:cNvPr id="10" name="Content Placeholder 3">
              <a:extLst>
                <a:ext uri="{FF2B5EF4-FFF2-40B4-BE49-F238E27FC236}">
                  <a16:creationId xmlns:a16="http://schemas.microsoft.com/office/drawing/2014/main" id="{06A9F09D-B3A2-5714-57EF-0AC3C8C767CA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2</a:t>
              </a:r>
            </a:p>
          </p:txBody>
        </p:sp>
        <p:sp>
          <p:nvSpPr>
            <p:cNvPr id="11" name="Text Placeholder 2">
              <a:extLst>
                <a:ext uri="{FF2B5EF4-FFF2-40B4-BE49-F238E27FC236}">
                  <a16:creationId xmlns:a16="http://schemas.microsoft.com/office/drawing/2014/main" id="{5D3BAA97-E886-5C6E-01AC-99D316948BBF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2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716022-758A-B896-9D34-26A1E299C4DB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9947B4-A30F-2AB1-8723-AC4D4FB9CC76}"/>
              </a:ext>
            </a:extLst>
          </p:cNvPr>
          <p:cNvGrpSpPr/>
          <p:nvPr/>
        </p:nvGrpSpPr>
        <p:grpSpPr>
          <a:xfrm>
            <a:off x="274637" y="2077157"/>
            <a:ext cx="2701926" cy="4277922"/>
            <a:chOff x="6235599" y="2077157"/>
            <a:chExt cx="5684838" cy="4277922"/>
          </a:xfrm>
        </p:grpSpPr>
        <p:sp>
          <p:nvSpPr>
            <p:cNvPr id="18" name="Content Placeholder 3">
              <a:extLst>
                <a:ext uri="{FF2B5EF4-FFF2-40B4-BE49-F238E27FC236}">
                  <a16:creationId xmlns:a16="http://schemas.microsoft.com/office/drawing/2014/main" id="{055D2E9F-1A0E-8294-669F-89A0A9E5283D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1</a:t>
              </a:r>
            </a:p>
          </p:txBody>
        </p: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595F619A-B8E6-B0D8-4E43-9B1743FE7718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DECBE35-8F2E-B6CE-F78E-EBFD78405C50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374761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1489-9DAD-CB14-4627-72989D6C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8C599DA-C365-0BFE-BADB-F12641A697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3ECC0D-81B4-F3EE-3D2D-2B74BE640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09456-2BE2-E0A8-B9C6-FA7260F1282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638" y="2048256"/>
            <a:ext cx="2701926" cy="4306824"/>
          </a:xfrm>
          <a:solidFill>
            <a:schemeClr val="bg1">
              <a:lumMod val="95000"/>
            </a:schemeClr>
          </a:solidFill>
        </p:spPr>
        <p:txBody>
          <a:bodyPr lIns="144000" tIns="144000" rIns="144000" bIns="14400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1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E934-8CFF-7D5F-7FC1-6BD053E21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1322403-A819-7706-23A6-21A850BE1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154EC24-A67E-0A23-196D-93E2769F8D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A06D8-4E66-6FDC-50AF-3FAC0024FB2E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9DF2261-1976-B03D-50EE-076C67CF4FC8}"/>
              </a:ext>
            </a:extLst>
          </p:cNvPr>
          <p:cNvSpPr txBox="1">
            <a:spLocks/>
          </p:cNvSpPr>
          <p:nvPr/>
        </p:nvSpPr>
        <p:spPr>
          <a:xfrm>
            <a:off x="3254342" y="2048256"/>
            <a:ext cx="8661334" cy="4306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600" b="1" dirty="0">
                <a:solidFill>
                  <a:schemeClr val="accent1"/>
                </a:solidFill>
              </a:rPr>
              <a:t>Title 2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2</a:t>
            </a:r>
          </a:p>
        </p:txBody>
      </p:sp>
    </p:spTree>
    <p:extLst>
      <p:ext uri="{BB962C8B-B14F-4D97-AF65-F5344CB8AC3E}">
        <p14:creationId xmlns:p14="http://schemas.microsoft.com/office/powerpoint/2010/main" val="1447435914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361F-E614-8D17-EC67-D3AD6722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8091BE9-EB7F-A4E9-B4D6-06DA490FAE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D2FFA8-27C6-DC8C-2DA7-EE0811384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822AB-6B53-B932-01AA-0F2826E96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16D77A-7DA2-6A82-F1CE-14BA3F4F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F58E409-A329-6E73-3081-10EFF004E6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9C61A87-A2C1-29A1-DD6F-70E947BCF502}"/>
              </a:ext>
            </a:extLst>
          </p:cNvPr>
          <p:cNvSpPr txBox="1">
            <a:spLocks/>
          </p:cNvSpPr>
          <p:nvPr/>
        </p:nvSpPr>
        <p:spPr>
          <a:xfrm>
            <a:off x="274637" y="2048255"/>
            <a:ext cx="5684838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rPr>
              <a:t>Title 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Text 1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94E3446-5D1A-9DFB-11DB-1BB8636187EA}"/>
              </a:ext>
            </a:extLst>
          </p:cNvPr>
          <p:cNvSpPr txBox="1">
            <a:spLocks/>
          </p:cNvSpPr>
          <p:nvPr/>
        </p:nvSpPr>
        <p:spPr>
          <a:xfrm>
            <a:off x="6232526" y="2048255"/>
            <a:ext cx="5684835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3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xx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875ADC5-C080-E243-1134-CE3F26359EA2}"/>
              </a:ext>
            </a:extLst>
          </p:cNvPr>
          <p:cNvSpPr txBox="1">
            <a:spLocks/>
          </p:cNvSpPr>
          <p:nvPr/>
        </p:nvSpPr>
        <p:spPr>
          <a:xfrm>
            <a:off x="274638" y="4338763"/>
            <a:ext cx="5684836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4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4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7C0B748-2DC6-6CD6-B4EF-96D179FAC2C7}"/>
              </a:ext>
            </a:extLst>
          </p:cNvPr>
          <p:cNvSpPr txBox="1">
            <a:spLocks/>
          </p:cNvSpPr>
          <p:nvPr/>
        </p:nvSpPr>
        <p:spPr>
          <a:xfrm>
            <a:off x="6232526" y="4338762"/>
            <a:ext cx="5684835" cy="20123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6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6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B841F3C-4E94-E14A-C7A5-8126A44254A3}"/>
              </a:ext>
            </a:extLst>
          </p:cNvPr>
          <p:cNvSpPr txBox="1">
            <a:spLocks/>
          </p:cNvSpPr>
          <p:nvPr/>
        </p:nvSpPr>
        <p:spPr>
          <a:xfrm>
            <a:off x="274638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8AE84FD-F5E3-938B-6288-A894432C1F99}"/>
              </a:ext>
            </a:extLst>
          </p:cNvPr>
          <p:cNvSpPr txBox="1">
            <a:spLocks/>
          </p:cNvSpPr>
          <p:nvPr/>
        </p:nvSpPr>
        <p:spPr>
          <a:xfrm>
            <a:off x="6237861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40AEE320-5029-3686-3365-5425AC959B44}"/>
              </a:ext>
            </a:extLst>
          </p:cNvPr>
          <p:cNvSpPr txBox="1">
            <a:spLocks/>
          </p:cNvSpPr>
          <p:nvPr/>
        </p:nvSpPr>
        <p:spPr>
          <a:xfrm>
            <a:off x="274638" y="4342860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9611A3DE-78DE-6472-F397-8F1E6CF71C72}"/>
              </a:ext>
            </a:extLst>
          </p:cNvPr>
          <p:cNvSpPr txBox="1">
            <a:spLocks/>
          </p:cNvSpPr>
          <p:nvPr/>
        </p:nvSpPr>
        <p:spPr>
          <a:xfrm>
            <a:off x="6237861" y="4342860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C4B60-1EAD-560F-7B1C-59ADB800E7DD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07377475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6D5F-5F47-5E17-CE8B-73FFF76CD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DD2FFA8-27C6-DC8C-2DA7-EE0811384E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88157A-9718-28AA-32BB-49807C449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42956-13E7-ACA2-052D-17A874E49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55FF777-7CCD-B97D-A78D-AE5F0CED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32BB664-A26A-0740-291F-823EC02F5D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0AB386B-45DC-60CE-D01C-231C22FF7BDE}"/>
              </a:ext>
            </a:extLst>
          </p:cNvPr>
          <p:cNvSpPr txBox="1">
            <a:spLocks/>
          </p:cNvSpPr>
          <p:nvPr/>
        </p:nvSpPr>
        <p:spPr>
          <a:xfrm>
            <a:off x="274637" y="2048255"/>
            <a:ext cx="3697287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rPr>
              <a:t>Title 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Text 1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4A183A2-886D-A4EF-9D4E-869E17F1EF5C}"/>
              </a:ext>
            </a:extLst>
          </p:cNvPr>
          <p:cNvSpPr txBox="1">
            <a:spLocks/>
          </p:cNvSpPr>
          <p:nvPr/>
        </p:nvSpPr>
        <p:spPr>
          <a:xfrm>
            <a:off x="4247375" y="2048255"/>
            <a:ext cx="3699649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2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2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B73B9C-21ED-247F-CA79-2BE27E4E59B8}"/>
              </a:ext>
            </a:extLst>
          </p:cNvPr>
          <p:cNvSpPr txBox="1">
            <a:spLocks/>
          </p:cNvSpPr>
          <p:nvPr/>
        </p:nvSpPr>
        <p:spPr>
          <a:xfrm>
            <a:off x="8221663" y="2048255"/>
            <a:ext cx="3700462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3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xx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AF83DA2-8236-FEAF-9150-27302645AA94}"/>
              </a:ext>
            </a:extLst>
          </p:cNvPr>
          <p:cNvSpPr txBox="1">
            <a:spLocks/>
          </p:cNvSpPr>
          <p:nvPr/>
        </p:nvSpPr>
        <p:spPr>
          <a:xfrm>
            <a:off x="274638" y="4338763"/>
            <a:ext cx="3697286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4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4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7DCCB6A-E0F5-0369-F2DC-3D518ACE3BEA}"/>
              </a:ext>
            </a:extLst>
          </p:cNvPr>
          <p:cNvSpPr txBox="1">
            <a:spLocks/>
          </p:cNvSpPr>
          <p:nvPr/>
        </p:nvSpPr>
        <p:spPr>
          <a:xfrm>
            <a:off x="4247375" y="4338762"/>
            <a:ext cx="3699649" cy="20123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5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5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EE00DA3-C024-5EC1-9AD9-2C1742843D63}"/>
              </a:ext>
            </a:extLst>
          </p:cNvPr>
          <p:cNvSpPr txBox="1">
            <a:spLocks/>
          </p:cNvSpPr>
          <p:nvPr/>
        </p:nvSpPr>
        <p:spPr>
          <a:xfrm>
            <a:off x="8221663" y="4338762"/>
            <a:ext cx="3700462" cy="20123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6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6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5EAA013-7B94-988C-CAA7-EBAE4F65A9D6}"/>
              </a:ext>
            </a:extLst>
          </p:cNvPr>
          <p:cNvSpPr txBox="1">
            <a:spLocks/>
          </p:cNvSpPr>
          <p:nvPr/>
        </p:nvSpPr>
        <p:spPr>
          <a:xfrm>
            <a:off x="274638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9EC45F7B-8672-BC1F-61E3-E87041FC2ED6}"/>
              </a:ext>
            </a:extLst>
          </p:cNvPr>
          <p:cNvSpPr txBox="1">
            <a:spLocks/>
          </p:cNvSpPr>
          <p:nvPr/>
        </p:nvSpPr>
        <p:spPr>
          <a:xfrm>
            <a:off x="4246563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3740A74-3368-82B9-7FEA-9F28B63C9B86}"/>
              </a:ext>
            </a:extLst>
          </p:cNvPr>
          <p:cNvSpPr txBox="1">
            <a:spLocks/>
          </p:cNvSpPr>
          <p:nvPr/>
        </p:nvSpPr>
        <p:spPr>
          <a:xfrm>
            <a:off x="8226997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D3723C4-A538-8F49-444D-855EAC0C202A}"/>
              </a:ext>
            </a:extLst>
          </p:cNvPr>
          <p:cNvSpPr txBox="1">
            <a:spLocks/>
          </p:cNvSpPr>
          <p:nvPr/>
        </p:nvSpPr>
        <p:spPr>
          <a:xfrm>
            <a:off x="274638" y="4338763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C9EFE23-567F-6C9F-C45A-4993133A70F5}"/>
              </a:ext>
            </a:extLst>
          </p:cNvPr>
          <p:cNvSpPr txBox="1">
            <a:spLocks/>
          </p:cNvSpPr>
          <p:nvPr/>
        </p:nvSpPr>
        <p:spPr>
          <a:xfrm>
            <a:off x="4246563" y="4342861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43CE447-6EA9-4611-E424-AC52D37DA639}"/>
              </a:ext>
            </a:extLst>
          </p:cNvPr>
          <p:cNvSpPr txBox="1">
            <a:spLocks/>
          </p:cNvSpPr>
          <p:nvPr/>
        </p:nvSpPr>
        <p:spPr>
          <a:xfrm>
            <a:off x="8226997" y="4342860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059EC-0CA8-40A9-20E8-2A353573834F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4226295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7C81-4BAB-1EEB-77EE-6A258355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666C25B-BABA-F223-03B9-1B2192DA1E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D2FFA8-27C6-DC8C-2DA7-EE0811384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C72B4-183C-A56F-ECD7-84C3B3ACD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F87426-4D7E-1284-B00E-60418E10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9D44030-3CC7-EA96-01C1-DF967F5E98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1E61C28-A9C6-3C89-7FF7-6DA73E663512}"/>
              </a:ext>
            </a:extLst>
          </p:cNvPr>
          <p:cNvSpPr txBox="1">
            <a:spLocks/>
          </p:cNvSpPr>
          <p:nvPr/>
        </p:nvSpPr>
        <p:spPr>
          <a:xfrm>
            <a:off x="274638" y="2048255"/>
            <a:ext cx="2701926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rPr>
              <a:t>Title 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Text 1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99E2148-6255-4CF9-0A17-48F0CEA8B89E}"/>
              </a:ext>
            </a:extLst>
          </p:cNvPr>
          <p:cNvSpPr txBox="1">
            <a:spLocks/>
          </p:cNvSpPr>
          <p:nvPr/>
        </p:nvSpPr>
        <p:spPr>
          <a:xfrm>
            <a:off x="274638" y="4338763"/>
            <a:ext cx="2701925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5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5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BB6CBBA-9025-FF18-78A8-7C9DE1F9AA68}"/>
              </a:ext>
            </a:extLst>
          </p:cNvPr>
          <p:cNvSpPr txBox="1">
            <a:spLocks/>
          </p:cNvSpPr>
          <p:nvPr/>
        </p:nvSpPr>
        <p:spPr>
          <a:xfrm>
            <a:off x="274638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55652E3-A938-7779-4FEE-6E847BF08EEF}"/>
              </a:ext>
            </a:extLst>
          </p:cNvPr>
          <p:cNvSpPr txBox="1">
            <a:spLocks/>
          </p:cNvSpPr>
          <p:nvPr/>
        </p:nvSpPr>
        <p:spPr>
          <a:xfrm>
            <a:off x="274638" y="4338763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339F0-9AEA-5266-827C-05F929C89259}"/>
              </a:ext>
            </a:extLst>
          </p:cNvPr>
          <p:cNvSpPr txBox="1">
            <a:spLocks/>
          </p:cNvSpPr>
          <p:nvPr/>
        </p:nvSpPr>
        <p:spPr>
          <a:xfrm>
            <a:off x="9210294" y="2048255"/>
            <a:ext cx="2701926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rPr>
              <a:t>Title 4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Text 4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A77E3B1-FA9A-0977-C9B0-DCB3B3622151}"/>
              </a:ext>
            </a:extLst>
          </p:cNvPr>
          <p:cNvSpPr txBox="1">
            <a:spLocks/>
          </p:cNvSpPr>
          <p:nvPr/>
        </p:nvSpPr>
        <p:spPr>
          <a:xfrm>
            <a:off x="9210294" y="4338763"/>
            <a:ext cx="2701925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8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8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3ABFD7-45D8-F7B2-818B-2D0A90E21AF2}"/>
              </a:ext>
            </a:extLst>
          </p:cNvPr>
          <p:cNvSpPr txBox="1">
            <a:spLocks/>
          </p:cNvSpPr>
          <p:nvPr/>
        </p:nvSpPr>
        <p:spPr>
          <a:xfrm>
            <a:off x="9210294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3A7050E-AABE-86F1-7DA3-406E3B684666}"/>
              </a:ext>
            </a:extLst>
          </p:cNvPr>
          <p:cNvSpPr txBox="1">
            <a:spLocks/>
          </p:cNvSpPr>
          <p:nvPr/>
        </p:nvSpPr>
        <p:spPr>
          <a:xfrm>
            <a:off x="9210294" y="4338763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0FE9476-4EDF-E4F3-383D-A71EADEE38FF}"/>
              </a:ext>
            </a:extLst>
          </p:cNvPr>
          <p:cNvSpPr txBox="1">
            <a:spLocks/>
          </p:cNvSpPr>
          <p:nvPr/>
        </p:nvSpPr>
        <p:spPr>
          <a:xfrm>
            <a:off x="3253190" y="2048255"/>
            <a:ext cx="2701926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rPr>
              <a:t>Title 2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Text 2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8B6A058-C3B3-5E62-A4EB-672664EF10F2}"/>
              </a:ext>
            </a:extLst>
          </p:cNvPr>
          <p:cNvSpPr txBox="1">
            <a:spLocks/>
          </p:cNvSpPr>
          <p:nvPr/>
        </p:nvSpPr>
        <p:spPr>
          <a:xfrm>
            <a:off x="3253190" y="4338763"/>
            <a:ext cx="2701925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6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6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477318DC-DC2A-A2A7-C250-6888D64BEBE1}"/>
              </a:ext>
            </a:extLst>
          </p:cNvPr>
          <p:cNvSpPr txBox="1">
            <a:spLocks/>
          </p:cNvSpPr>
          <p:nvPr/>
        </p:nvSpPr>
        <p:spPr>
          <a:xfrm>
            <a:off x="3253190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1BB36D4-C1FC-4012-92BE-9F167138E8D5}"/>
              </a:ext>
            </a:extLst>
          </p:cNvPr>
          <p:cNvSpPr txBox="1">
            <a:spLocks/>
          </p:cNvSpPr>
          <p:nvPr/>
        </p:nvSpPr>
        <p:spPr>
          <a:xfrm>
            <a:off x="3253190" y="4338763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0E2CDE9F-C02B-D74D-F286-9047ED2D18C2}"/>
              </a:ext>
            </a:extLst>
          </p:cNvPr>
          <p:cNvSpPr txBox="1">
            <a:spLocks/>
          </p:cNvSpPr>
          <p:nvPr/>
        </p:nvSpPr>
        <p:spPr>
          <a:xfrm>
            <a:off x="6231742" y="2048255"/>
            <a:ext cx="2701926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rPr>
              <a:t>Title 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Text 3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E309D42-EB2E-C115-BEFC-67CCAFA9F14F}"/>
              </a:ext>
            </a:extLst>
          </p:cNvPr>
          <p:cNvSpPr txBox="1">
            <a:spLocks/>
          </p:cNvSpPr>
          <p:nvPr/>
        </p:nvSpPr>
        <p:spPr>
          <a:xfrm>
            <a:off x="6231742" y="4338763"/>
            <a:ext cx="2701925" cy="201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144000" tIns="72000" rIns="144000" bIns="144000" rtlCol="0">
            <a:noAutofit/>
          </a:bodyPr>
          <a:lstStyle>
            <a:defPPr>
              <a:defRPr lang="en-US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sz="14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Title 7</a:t>
            </a:r>
          </a:p>
          <a:p>
            <a:endParaRPr lang="en-US" dirty="0"/>
          </a:p>
          <a:p>
            <a:pPr marL="274320" indent="-27432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Text 7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723F904C-1D84-D5C9-56A8-364EF07C51B5}"/>
              </a:ext>
            </a:extLst>
          </p:cNvPr>
          <p:cNvSpPr txBox="1">
            <a:spLocks/>
          </p:cNvSpPr>
          <p:nvPr/>
        </p:nvSpPr>
        <p:spPr>
          <a:xfrm>
            <a:off x="6231742" y="2048255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47905DFF-6111-15AD-4A33-DCBFFC7D70DE}"/>
              </a:ext>
            </a:extLst>
          </p:cNvPr>
          <p:cNvSpPr txBox="1">
            <a:spLocks/>
          </p:cNvSpPr>
          <p:nvPr/>
        </p:nvSpPr>
        <p:spPr>
          <a:xfrm>
            <a:off x="6231742" y="4338763"/>
            <a:ext cx="360000" cy="360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D4D618-D7C6-4F66-A99F-AB80110072D2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3528042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6648C-ACA0-278A-D03B-FBDA8C99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8A43788-E49B-1445-E7B8-6B748A9D547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03684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A43788-E49B-1445-E7B8-6B748A9D54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77205-18CF-D626-65ED-E0B713C5B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21F89B-7775-2A04-302B-C1FC09F8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F0458D6-AEE7-0396-3F61-D8E530ACE4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3C7D8617-279C-2994-ADFE-94738BD95411}"/>
              </a:ext>
            </a:extLst>
          </p:cNvPr>
          <p:cNvSpPr txBox="1">
            <a:spLocks/>
          </p:cNvSpPr>
          <p:nvPr/>
        </p:nvSpPr>
        <p:spPr>
          <a:xfrm>
            <a:off x="274637" y="2048256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Title 1</a:t>
            </a:r>
          </a:p>
          <a:p>
            <a:pPr marL="717550" indent="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/>
                </a:solidFill>
              </a:rPr>
              <a:t>Text 1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F0BA188F-0C2D-603F-C3AB-A17FAA41B608}"/>
              </a:ext>
            </a:extLst>
          </p:cNvPr>
          <p:cNvSpPr txBox="1">
            <a:spLocks/>
          </p:cNvSpPr>
          <p:nvPr/>
        </p:nvSpPr>
        <p:spPr>
          <a:xfrm>
            <a:off x="274637" y="3245685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rgbClr val="0991C3"/>
                </a:solidFill>
              </a:rPr>
              <a:t>Title 2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2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BF6AF610-51DD-4C82-A1BE-48AA24C9800D}"/>
              </a:ext>
            </a:extLst>
          </p:cNvPr>
          <p:cNvSpPr txBox="1">
            <a:spLocks/>
          </p:cNvSpPr>
          <p:nvPr/>
        </p:nvSpPr>
        <p:spPr>
          <a:xfrm>
            <a:off x="274637" y="4443114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rgbClr val="2164FD"/>
                </a:solidFill>
              </a:rPr>
              <a:t>Title 3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3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E0BDDC6C-0573-814D-4561-5633FFCDEC62}"/>
              </a:ext>
            </a:extLst>
          </p:cNvPr>
          <p:cNvSpPr txBox="1">
            <a:spLocks/>
          </p:cNvSpPr>
          <p:nvPr/>
        </p:nvSpPr>
        <p:spPr>
          <a:xfrm>
            <a:off x="274637" y="5640542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Title 4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4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82677538-5F54-7613-C706-9C09C1EE5F3C}"/>
              </a:ext>
            </a:extLst>
          </p:cNvPr>
          <p:cNvSpPr txBox="1">
            <a:spLocks/>
          </p:cNvSpPr>
          <p:nvPr/>
        </p:nvSpPr>
        <p:spPr>
          <a:xfrm>
            <a:off x="274637" y="2048254"/>
            <a:ext cx="108000" cy="43122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33019-6FA0-F431-52FB-D0BC96C517EC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0A6AAF7-7AF6-D4E9-9A26-314FEF3EF1E6}"/>
              </a:ext>
            </a:extLst>
          </p:cNvPr>
          <p:cNvSpPr txBox="1">
            <a:spLocks/>
          </p:cNvSpPr>
          <p:nvPr/>
        </p:nvSpPr>
        <p:spPr>
          <a:xfrm>
            <a:off x="11814596" y="2048254"/>
            <a:ext cx="108000" cy="43122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5A85FD98-929E-A50B-C85B-B37E43985495}"/>
              </a:ext>
            </a:extLst>
          </p:cNvPr>
          <p:cNvSpPr txBox="1">
            <a:spLocks/>
          </p:cNvSpPr>
          <p:nvPr/>
        </p:nvSpPr>
        <p:spPr>
          <a:xfrm>
            <a:off x="274637" y="2768257"/>
            <a:ext cx="11649456" cy="47742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D208FF42-1EA9-625B-D89F-8F9B3F882A34}"/>
              </a:ext>
            </a:extLst>
          </p:cNvPr>
          <p:cNvSpPr txBox="1">
            <a:spLocks/>
          </p:cNvSpPr>
          <p:nvPr/>
        </p:nvSpPr>
        <p:spPr>
          <a:xfrm>
            <a:off x="274637" y="5163112"/>
            <a:ext cx="11649456" cy="47742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B6D010EE-46DC-9342-8F23-B74FE619C887}"/>
              </a:ext>
            </a:extLst>
          </p:cNvPr>
          <p:cNvSpPr txBox="1">
            <a:spLocks/>
          </p:cNvSpPr>
          <p:nvPr/>
        </p:nvSpPr>
        <p:spPr>
          <a:xfrm>
            <a:off x="274637" y="3965685"/>
            <a:ext cx="11649456" cy="47742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29323787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2489-8AD2-0C50-5D1F-7DD60885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3784E2E-F71F-B08A-388D-79774DCB3E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A43788-E49B-1445-E7B8-6B748A9D54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7F189-8947-2F34-0ADA-1A49D095E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6FFE31-F504-AA0A-72FB-01157D36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E818FED-EFD8-5FEC-E59D-469A462E0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39AEDFFB-6A3D-4FE4-5A6B-31219AACD033}"/>
              </a:ext>
            </a:extLst>
          </p:cNvPr>
          <p:cNvSpPr txBox="1">
            <a:spLocks/>
          </p:cNvSpPr>
          <p:nvPr/>
        </p:nvSpPr>
        <p:spPr>
          <a:xfrm>
            <a:off x="274637" y="2048256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Title 1</a:t>
            </a:r>
          </a:p>
          <a:p>
            <a:pPr marL="717550" indent="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/>
                </a:solidFill>
              </a:rPr>
              <a:t>Text 1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A57A9BAB-7495-654D-7552-5174C7961BE5}"/>
              </a:ext>
            </a:extLst>
          </p:cNvPr>
          <p:cNvSpPr txBox="1">
            <a:spLocks/>
          </p:cNvSpPr>
          <p:nvPr/>
        </p:nvSpPr>
        <p:spPr>
          <a:xfrm>
            <a:off x="274637" y="2946327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rgbClr val="0991C3"/>
                </a:solidFill>
              </a:rPr>
              <a:t>Title 2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2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C4B47811-4915-DD6D-015A-EC81A6E00D3B}"/>
              </a:ext>
            </a:extLst>
          </p:cNvPr>
          <p:cNvSpPr txBox="1">
            <a:spLocks/>
          </p:cNvSpPr>
          <p:nvPr/>
        </p:nvSpPr>
        <p:spPr>
          <a:xfrm>
            <a:off x="274637" y="3844398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rgbClr val="2164FD"/>
                </a:solidFill>
              </a:rPr>
              <a:t>Title 3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3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A15EBFEF-5554-4145-7A7E-654075DCA49A}"/>
              </a:ext>
            </a:extLst>
          </p:cNvPr>
          <p:cNvSpPr txBox="1">
            <a:spLocks/>
          </p:cNvSpPr>
          <p:nvPr/>
        </p:nvSpPr>
        <p:spPr>
          <a:xfrm>
            <a:off x="274637" y="4742469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rgbClr val="1C5DED"/>
                </a:solidFill>
              </a:rPr>
              <a:t>Title 4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4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4C86079D-17F8-22BD-8AFC-58A9DF05BD4B}"/>
              </a:ext>
            </a:extLst>
          </p:cNvPr>
          <p:cNvSpPr txBox="1">
            <a:spLocks/>
          </p:cNvSpPr>
          <p:nvPr/>
        </p:nvSpPr>
        <p:spPr>
          <a:xfrm>
            <a:off x="274637" y="5640542"/>
            <a:ext cx="11649456" cy="72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400"/>
              </a:spcAft>
            </a:pPr>
            <a:r>
              <a:rPr lang="en-US" dirty="0">
                <a:solidFill>
                  <a:schemeClr val="accent2"/>
                </a:solidFill>
              </a:rPr>
              <a:t>Title 5</a:t>
            </a:r>
          </a:p>
          <a:p>
            <a:pPr marL="717550">
              <a:spcAft>
                <a:spcPts val="4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5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96CB8E8F-3A87-2B51-CB97-FEF5B36511FE}"/>
              </a:ext>
            </a:extLst>
          </p:cNvPr>
          <p:cNvSpPr txBox="1">
            <a:spLocks/>
          </p:cNvSpPr>
          <p:nvPr/>
        </p:nvSpPr>
        <p:spPr>
          <a:xfrm>
            <a:off x="274637" y="2048254"/>
            <a:ext cx="108000" cy="43122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38D5B-76A8-1C0E-5B17-91DECFFA54E3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BF4FEE4-C112-7756-99D6-363CDA170E73}"/>
              </a:ext>
            </a:extLst>
          </p:cNvPr>
          <p:cNvSpPr txBox="1">
            <a:spLocks/>
          </p:cNvSpPr>
          <p:nvPr/>
        </p:nvSpPr>
        <p:spPr>
          <a:xfrm>
            <a:off x="11814596" y="2048254"/>
            <a:ext cx="108000" cy="43122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77BAF199-7CFA-31D3-A990-FD994EC0E9C9}"/>
              </a:ext>
            </a:extLst>
          </p:cNvPr>
          <p:cNvSpPr txBox="1">
            <a:spLocks/>
          </p:cNvSpPr>
          <p:nvPr/>
        </p:nvSpPr>
        <p:spPr>
          <a:xfrm>
            <a:off x="274637" y="2768256"/>
            <a:ext cx="11649456" cy="1780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0A80938D-7F6A-5931-44E3-30D7BA65C909}"/>
              </a:ext>
            </a:extLst>
          </p:cNvPr>
          <p:cNvSpPr txBox="1">
            <a:spLocks/>
          </p:cNvSpPr>
          <p:nvPr/>
        </p:nvSpPr>
        <p:spPr>
          <a:xfrm>
            <a:off x="274637" y="5458294"/>
            <a:ext cx="11649456" cy="1780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38D978D6-DB7F-4AC9-206E-ABB65898B3C4}"/>
              </a:ext>
            </a:extLst>
          </p:cNvPr>
          <p:cNvSpPr txBox="1">
            <a:spLocks/>
          </p:cNvSpPr>
          <p:nvPr/>
        </p:nvSpPr>
        <p:spPr>
          <a:xfrm>
            <a:off x="274637" y="4561614"/>
            <a:ext cx="11649456" cy="1780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725D38D2-760A-F43A-5DFC-E893457ECDE1}"/>
              </a:ext>
            </a:extLst>
          </p:cNvPr>
          <p:cNvSpPr txBox="1">
            <a:spLocks/>
          </p:cNvSpPr>
          <p:nvPr/>
        </p:nvSpPr>
        <p:spPr>
          <a:xfrm>
            <a:off x="274637" y="3664935"/>
            <a:ext cx="11649456" cy="17807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58023076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30487-9D39-2D02-5F1E-15CC8D22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61B8A2E-4A07-2D9A-7653-0D862DC7B1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541558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84E2E-F71F-B08A-388D-79774DCB3E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6FF83-0BCA-5AE0-F8DE-D93B9CDF9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D4AF56-2722-666E-22B5-C1AA6697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8A8E378-0F0C-1B74-BD0A-EF78008F9C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326F301-BC8F-69A9-5778-8096C2617D65}"/>
              </a:ext>
            </a:extLst>
          </p:cNvPr>
          <p:cNvSpPr txBox="1">
            <a:spLocks/>
          </p:cNvSpPr>
          <p:nvPr/>
        </p:nvSpPr>
        <p:spPr>
          <a:xfrm>
            <a:off x="274637" y="2048256"/>
            <a:ext cx="11649456" cy="54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7550" indent="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Title 1</a:t>
            </a:r>
          </a:p>
          <a:p>
            <a:pPr marL="717550" indent="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sz="1400" dirty="0">
                <a:solidFill>
                  <a:schemeClr val="accent2"/>
                </a:solidFill>
              </a:rPr>
              <a:t>Text 1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4CFDA7E-E872-2E04-2C9E-E368C9A10B16}"/>
              </a:ext>
            </a:extLst>
          </p:cNvPr>
          <p:cNvSpPr txBox="1">
            <a:spLocks/>
          </p:cNvSpPr>
          <p:nvPr/>
        </p:nvSpPr>
        <p:spPr>
          <a:xfrm>
            <a:off x="274637" y="2801557"/>
            <a:ext cx="11649456" cy="54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200"/>
              </a:spcAft>
            </a:pPr>
            <a:r>
              <a:rPr lang="en-US" dirty="0">
                <a:solidFill>
                  <a:srgbClr val="0991C3"/>
                </a:solidFill>
              </a:rPr>
              <a:t>Title 2</a:t>
            </a:r>
          </a:p>
          <a:p>
            <a:pPr marL="717550">
              <a:spcAft>
                <a:spcPts val="2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2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2B894CEE-58DA-12EE-0146-88B150CC011A}"/>
              </a:ext>
            </a:extLst>
          </p:cNvPr>
          <p:cNvSpPr txBox="1">
            <a:spLocks/>
          </p:cNvSpPr>
          <p:nvPr/>
        </p:nvSpPr>
        <p:spPr>
          <a:xfrm>
            <a:off x="274637" y="3554858"/>
            <a:ext cx="11649456" cy="54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200"/>
              </a:spcAft>
            </a:pPr>
            <a:r>
              <a:rPr lang="en-US" dirty="0">
                <a:solidFill>
                  <a:srgbClr val="1580D7"/>
                </a:solidFill>
              </a:rPr>
              <a:t>Title 3</a:t>
            </a:r>
          </a:p>
          <a:p>
            <a:pPr marL="717550">
              <a:spcAft>
                <a:spcPts val="2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3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2229EB83-86E8-211B-FA8D-E074F04F72C1}"/>
              </a:ext>
            </a:extLst>
          </p:cNvPr>
          <p:cNvSpPr txBox="1">
            <a:spLocks/>
          </p:cNvSpPr>
          <p:nvPr/>
        </p:nvSpPr>
        <p:spPr>
          <a:xfrm>
            <a:off x="274637" y="4308159"/>
            <a:ext cx="11649456" cy="54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200"/>
              </a:spcAft>
            </a:pPr>
            <a:r>
              <a:rPr lang="en-US" dirty="0">
                <a:solidFill>
                  <a:srgbClr val="1D6FF3"/>
                </a:solidFill>
              </a:rPr>
              <a:t>Title 4</a:t>
            </a:r>
          </a:p>
          <a:p>
            <a:pPr marL="717550">
              <a:spcAft>
                <a:spcPts val="2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4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A2E8AC8F-C4B1-950D-B858-03DC4CC2B3FC}"/>
              </a:ext>
            </a:extLst>
          </p:cNvPr>
          <p:cNvSpPr txBox="1">
            <a:spLocks/>
          </p:cNvSpPr>
          <p:nvPr/>
        </p:nvSpPr>
        <p:spPr>
          <a:xfrm>
            <a:off x="274637" y="5814763"/>
            <a:ext cx="11649456" cy="54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200"/>
              </a:spcAft>
            </a:pPr>
            <a:r>
              <a:rPr lang="en-US" dirty="0">
                <a:solidFill>
                  <a:schemeClr val="accent2"/>
                </a:solidFill>
              </a:rPr>
              <a:t>Title 6</a:t>
            </a:r>
          </a:p>
          <a:p>
            <a:pPr marL="717550">
              <a:spcAft>
                <a:spcPts val="2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BB637E-E80E-30F7-F3B8-231137664BF4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60C07-65DC-17F2-812D-DB162E6BE7FC}"/>
              </a:ext>
            </a:extLst>
          </p:cNvPr>
          <p:cNvSpPr txBox="1">
            <a:spLocks/>
          </p:cNvSpPr>
          <p:nvPr/>
        </p:nvSpPr>
        <p:spPr>
          <a:xfrm>
            <a:off x="274637" y="5061460"/>
            <a:ext cx="11649456" cy="540000"/>
          </a:xfrm>
          <a:prstGeom prst="rect">
            <a:avLst/>
          </a:prstGeom>
          <a:solidFill>
            <a:schemeClr val="accent5">
              <a:alpha val="50000"/>
            </a:schemeClr>
          </a:solidFill>
        </p:spPr>
        <p:txBody>
          <a:bodyPr vert="horz" wrap="square" lIns="144000" tIns="144000" rIns="144000" bIns="144000" rtlCol="0" anchor="ctr">
            <a:noAutofit/>
          </a:bodyPr>
          <a:lstStyle>
            <a:defPPr>
              <a:defRPr lang="en-US"/>
            </a:defPPr>
            <a:lvl1pPr marL="53975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sz="1600" b="1" i="0"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53000">
                      <a:schemeClr val="accent1"/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2pPr>
            <a:lvl3pPr marL="82296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/>
            </a:lvl3pPr>
            <a:lvl4pPr marL="109728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4pPr>
            <a:lvl5pPr marL="1371600" indent="-27432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17550">
              <a:spcAft>
                <a:spcPts val="200"/>
              </a:spcAft>
            </a:pPr>
            <a:r>
              <a:rPr lang="en-US" dirty="0">
                <a:solidFill>
                  <a:srgbClr val="1C5EEE"/>
                </a:solidFill>
              </a:rPr>
              <a:t>Title 5</a:t>
            </a:r>
          </a:p>
          <a:p>
            <a:pPr marL="717550">
              <a:spcAft>
                <a:spcPts val="200"/>
              </a:spcAft>
            </a:pPr>
            <a:r>
              <a:rPr lang="en-US" sz="1400" b="0" dirty="0">
                <a:solidFill>
                  <a:schemeClr val="accent2"/>
                </a:solidFill>
              </a:rPr>
              <a:t>Text 5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DD5A7F86-15BC-B2D0-D673-FA7E2F7290B4}"/>
              </a:ext>
            </a:extLst>
          </p:cNvPr>
          <p:cNvSpPr txBox="1">
            <a:spLocks/>
          </p:cNvSpPr>
          <p:nvPr/>
        </p:nvSpPr>
        <p:spPr>
          <a:xfrm>
            <a:off x="274637" y="2048254"/>
            <a:ext cx="108000" cy="43122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F697D29-AD11-0FF0-0EAD-6C8CA4F5EC39}"/>
              </a:ext>
            </a:extLst>
          </p:cNvPr>
          <p:cNvSpPr txBox="1">
            <a:spLocks/>
          </p:cNvSpPr>
          <p:nvPr/>
        </p:nvSpPr>
        <p:spPr>
          <a:xfrm>
            <a:off x="274637" y="5601460"/>
            <a:ext cx="11649456" cy="20752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642F984-3F4B-940F-E2CC-0CFCCCE6D4A2}"/>
              </a:ext>
            </a:extLst>
          </p:cNvPr>
          <p:cNvSpPr txBox="1">
            <a:spLocks/>
          </p:cNvSpPr>
          <p:nvPr/>
        </p:nvSpPr>
        <p:spPr>
          <a:xfrm>
            <a:off x="11814596" y="2048254"/>
            <a:ext cx="108000" cy="43122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69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vert="horz" wrap="square" lIns="144000" tIns="144000" rIns="144000" bIns="144000" rtlCol="0" anchor="ctr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95812C9-C1A7-5E91-895B-EB703DE4888C}"/>
              </a:ext>
            </a:extLst>
          </p:cNvPr>
          <p:cNvSpPr txBox="1">
            <a:spLocks/>
          </p:cNvSpPr>
          <p:nvPr/>
        </p:nvSpPr>
        <p:spPr>
          <a:xfrm>
            <a:off x="274637" y="2592042"/>
            <a:ext cx="11649456" cy="20752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FDD1484-BE62-8850-EB6D-8AD5ACF2716C}"/>
              </a:ext>
            </a:extLst>
          </p:cNvPr>
          <p:cNvSpPr txBox="1">
            <a:spLocks/>
          </p:cNvSpPr>
          <p:nvPr/>
        </p:nvSpPr>
        <p:spPr>
          <a:xfrm>
            <a:off x="274637" y="3344396"/>
            <a:ext cx="11649456" cy="20752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7CC367F-3B7B-99EF-080E-D52EF96E2861}"/>
              </a:ext>
            </a:extLst>
          </p:cNvPr>
          <p:cNvSpPr txBox="1">
            <a:spLocks/>
          </p:cNvSpPr>
          <p:nvPr/>
        </p:nvSpPr>
        <p:spPr>
          <a:xfrm>
            <a:off x="274637" y="4096751"/>
            <a:ext cx="11649456" cy="20752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C0F3A894-EEAB-06C4-8E98-D800D5887836}"/>
              </a:ext>
            </a:extLst>
          </p:cNvPr>
          <p:cNvSpPr txBox="1">
            <a:spLocks/>
          </p:cNvSpPr>
          <p:nvPr/>
        </p:nvSpPr>
        <p:spPr>
          <a:xfrm>
            <a:off x="274637" y="4849106"/>
            <a:ext cx="11649456" cy="20752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0ABACF35-CD3F-0A01-E47F-AFA313323DF4}"/>
              </a:ext>
            </a:extLst>
          </p:cNvPr>
          <p:cNvSpPr txBox="1">
            <a:spLocks/>
          </p:cNvSpPr>
          <p:nvPr/>
        </p:nvSpPr>
        <p:spPr>
          <a:xfrm>
            <a:off x="274637" y="5601460"/>
            <a:ext cx="11649456" cy="20752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144000" tIns="144000" rIns="144000" bIns="144000" rtlCol="0">
            <a:noAutofit/>
          </a:bodyPr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b="1" dirty="0">
              <a:gradFill flip="none" rotWithShape="1">
                <a:gsLst>
                  <a:gs pos="0">
                    <a:schemeClr val="accent3">
                      <a:lumMod val="75000"/>
                    </a:schemeClr>
                  </a:gs>
                  <a:gs pos="53000">
                    <a:schemeClr val="accent1"/>
                  </a:gs>
                  <a:gs pos="100000">
                    <a:schemeClr val="accent2"/>
                  </a:gs>
                </a:gsLst>
                <a:path path="circle">
                  <a:fillToRect r="100000" b="100000"/>
                </a:path>
                <a:tileRect l="-100000" t="-1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0328441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6903-D3F6-2BA6-D363-2A830C92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F9F29CD-F7C0-42FF-6BB0-051EAF37A9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949180-A7E9-881B-4C33-8DF9C728E3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0A723-AD88-BC8D-141B-ABE5C2E85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127E780-CD3F-029B-5614-BC64CC97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7B23E7D-CD99-E4F1-15D4-9F6A54488A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261B0-4AAD-3D87-118B-8B07F2F91062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2BBE83-C501-3453-1D1F-97BC69D84D45}"/>
              </a:ext>
            </a:extLst>
          </p:cNvPr>
          <p:cNvGrpSpPr/>
          <p:nvPr/>
        </p:nvGrpSpPr>
        <p:grpSpPr>
          <a:xfrm>
            <a:off x="274637" y="2077157"/>
            <a:ext cx="11644774" cy="4277922"/>
            <a:chOff x="6235599" y="2077157"/>
            <a:chExt cx="5684838" cy="4277922"/>
          </a:xfrm>
        </p:grpSpPr>
        <p:sp>
          <p:nvSpPr>
            <p:cNvPr id="18" name="Content Placeholder 3">
              <a:extLst>
                <a:ext uri="{FF2B5EF4-FFF2-40B4-BE49-F238E27FC236}">
                  <a16:creationId xmlns:a16="http://schemas.microsoft.com/office/drawing/2014/main" id="{CC18ABF7-3E1F-1B10-8A9D-4039956239C6}"/>
                </a:ext>
              </a:extLst>
            </p:cNvPr>
            <p:cNvSpPr txBox="1">
              <a:spLocks/>
            </p:cNvSpPr>
            <p:nvPr/>
          </p:nvSpPr>
          <p:spPr>
            <a:xfrm>
              <a:off x="6235599" y="2627452"/>
              <a:ext cx="5684838" cy="3727627"/>
            </a:xfrm>
            <a:prstGeom prst="rect">
              <a:avLst/>
            </a:prstGeom>
            <a:noFill/>
          </p:spPr>
          <p:txBody>
            <a:bodyPr vert="horz" wrap="square" lIns="144000" tIns="144000" rIns="144000" bIns="144000" rtlCol="0">
              <a:noAutofit/>
            </a:bodyPr>
            <a:lstStyle>
              <a:lvl1pPr marL="274320" indent="-27432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7432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</a:pPr>
              <a:r>
                <a:rPr lang="en-US" sz="1400" dirty="0"/>
                <a:t>Text 1</a:t>
              </a:r>
            </a:p>
          </p:txBody>
        </p: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6E1B2630-864D-626F-8B88-ACE5C5929C5F}"/>
                </a:ext>
              </a:extLst>
            </p:cNvPr>
            <p:cNvSpPr txBox="1">
              <a:spLocks/>
            </p:cNvSpPr>
            <p:nvPr/>
          </p:nvSpPr>
          <p:spPr>
            <a:xfrm>
              <a:off x="6235600" y="2077157"/>
              <a:ext cx="5684837" cy="419143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1" i="0" kern="1200" spc="-100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7432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Tx/>
                <a:buSzPct val="100000"/>
                <a:buFont typeface="Arial" panose="020B0604020202020204" pitchFamily="34" charset="0"/>
                <a:buNone/>
                <a:defRPr sz="2000" b="0" i="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2000" spc="-150" dirty="0">
                  <a:ln w="19050">
                    <a:noFill/>
                    <a:miter lim="800000"/>
                  </a:ln>
                  <a:solidFill>
                    <a:schemeClr val="accent2"/>
                  </a:solidFill>
                  <a:ea typeface="+mj-ea"/>
                  <a:cs typeface="Arial" panose="020B0604020202020204" pitchFamily="34" charset="0"/>
                </a:rPr>
                <a:t>Title 1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36A025D-7E3A-0DB9-01EF-E8AEFA852406}"/>
                </a:ext>
              </a:extLst>
            </p:cNvPr>
            <p:cNvCxnSpPr>
              <a:cxnSpLocks/>
            </p:cNvCxnSpPr>
            <p:nvPr/>
          </p:nvCxnSpPr>
          <p:spPr>
            <a:xfrm>
              <a:off x="6235600" y="2496305"/>
              <a:ext cx="5684837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909502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57EE-87BC-5571-0A4C-EA6BAA1E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FAA32AC-5BE4-4A33-1C55-936AEF1835D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44EEFF-DD05-E923-A0D9-793F81EA7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3F080-9667-AF87-459F-0CFDF96750E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637" y="2048256"/>
            <a:ext cx="11644774" cy="4306824"/>
          </a:xfrm>
          <a:solidFill>
            <a:schemeClr val="bg1">
              <a:lumMod val="95000"/>
            </a:schemeClr>
          </a:solidFill>
        </p:spPr>
        <p:txBody>
          <a:bodyPr lIns="144000" tIns="144000" rIns="144000" bIns="14400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accent1"/>
                </a:solidFill>
              </a:rPr>
              <a:t>Title 1</a:t>
            </a:r>
          </a:p>
          <a:p>
            <a:pPr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400" dirty="0"/>
              <a:t>Text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9B60E-4EA3-F1AE-292E-923A1CF04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571BA12-316B-0A40-BB3D-1A8CDD33E9E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D33BBB-388B-C5A5-C50B-8DC3C809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8" y="854929"/>
            <a:ext cx="11647487" cy="754092"/>
          </a:xfrm>
        </p:spPr>
        <p:txBody>
          <a:bodyPr vert="horz" anchor="ctr">
            <a:noAutofit/>
          </a:bodyPr>
          <a:lstStyle/>
          <a:p>
            <a:r>
              <a:rPr lang="en-US" sz="3200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33A730-1499-77D9-A073-5D3AC1C1E6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4638" y="458025"/>
            <a:ext cx="11647488" cy="28800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Section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764826-2057-D98A-CE00-1E00077C94CE}"/>
              </a:ext>
            </a:extLst>
          </p:cNvPr>
          <p:cNvSpPr txBox="1"/>
          <p:nvPr/>
        </p:nvSpPr>
        <p:spPr>
          <a:xfrm>
            <a:off x="274636" y="6507799"/>
            <a:ext cx="11644775" cy="230832"/>
          </a:xfrm>
          <a:prstGeom prst="rect">
            <a:avLst/>
          </a:prstGeom>
          <a:noFill/>
        </p:spPr>
        <p:txBody>
          <a:bodyPr wrap="square" lIns="90000" rtlCol="0" anchor="ctr">
            <a:noAutofit/>
          </a:bodyPr>
          <a:lstStyle/>
          <a:p>
            <a:r>
              <a:rPr lang="en-US" sz="900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6714153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DC PPT v1_2025 ">
  <a:themeElements>
    <a:clrScheme name="Western Digital 2025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2266FF"/>
      </a:accent1>
      <a:accent2>
        <a:srgbClr val="003399"/>
      </a:accent2>
      <a:accent3>
        <a:srgbClr val="00E5D1"/>
      </a:accent3>
      <a:accent4>
        <a:srgbClr val="99FFFF"/>
      </a:accent4>
      <a:accent5>
        <a:srgbClr val="CCE9EE"/>
      </a:accent5>
      <a:accent6>
        <a:srgbClr val="82828B"/>
      </a:accent6>
      <a:hlink>
        <a:srgbClr val="99FFFF"/>
      </a:hlink>
      <a:folHlink>
        <a:srgbClr val="8282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WD 2026 PPT Template" id="{28A3216C-53B3-8842-8E3A-4DD63F97E54C}" vid="{F5D303AA-A75E-0B4B-882C-52D7D38CF6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2CA57426963943AD7F46A6375D35B1" ma:contentTypeVersion="3" ma:contentTypeDescription="Create a new document." ma:contentTypeScope="" ma:versionID="d993ef0171be20ae08142b63c608e05d">
  <xsd:schema xmlns:xsd="http://www.w3.org/2001/XMLSchema" xmlns:xs="http://www.w3.org/2001/XMLSchema" xmlns:p="http://schemas.microsoft.com/office/2006/metadata/properties" xmlns:ns2="c2b19c7c-f668-415a-8a3a-ff11c982d7d2" targetNamespace="http://schemas.microsoft.com/office/2006/metadata/properties" ma:root="true" ma:fieldsID="0d5ecf7316db2c91b9ab6836c74f9025" ns2:_="">
    <xsd:import namespace="c2b19c7c-f668-415a-8a3a-ff11c982d7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b19c7c-f668-415a-8a3a-ff11c982d7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375A89-942B-4A43-8151-35CCA4C5C00D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c2b19c7c-f668-415a-8a3a-ff11c982d7d2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25B1A45-205D-4C7A-BB93-5C1E2D96BD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59AAA5-AB83-4D32-B25C-BE1ED9A2A1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b19c7c-f668-415a-8a3a-ff11c982d7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WDC PPT v1_2025 </Template>
  <TotalTime>864</TotalTime>
  <Words>420</Words>
  <Application>Microsoft Macintosh PowerPoint</Application>
  <PresentationFormat>Widescreen</PresentationFormat>
  <Paragraphs>281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WDC PPT v1_2025 </vt:lpstr>
      <vt:lpstr>think-cell Slide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  <vt:lpstr>Heading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Iago Larrondo Perez-Izaguirre</dc:creator>
  <cp:keywords/>
  <dc:description/>
  <cp:lastModifiedBy>Iago Larrondo Perez-Izaguirre</cp:lastModifiedBy>
  <cp:revision>4</cp:revision>
  <dcterms:created xsi:type="dcterms:W3CDTF">2026-04-17T16:05:57Z</dcterms:created>
  <dcterms:modified xsi:type="dcterms:W3CDTF">2026-04-24T20:45:39Z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0x010100902CA57426963943AD7F46A6375D35B1</vt:lpwstr>
  </property>
  <property fmtid="{D5CDD505-2E9C-101B-9397-08002B2CF9AE}" pid="3" name="MediaServiceImageTags">
    <vt:lpwstr/>
  </property>
  <property fmtid="{D5CDD505-2E9C-101B-9397-08002B2CF9AE}" pid="4" name="WD_NavTopic">
    <vt:lpwstr/>
  </property>
  <property fmtid="{D5CDD505-2E9C-101B-9397-08002B2CF9AE}" pid="5" name="WD_TagsSensitivity">
    <vt:lpwstr>2;#Company Confidential|d78eaeeb-c4f8-4fdf-a6bd-3b09d37c9591</vt:lpwstr>
  </property>
  <property fmtid="{D5CDD505-2E9C-101B-9397-08002B2CF9AE}" pid="6" name="WD_TagsLanguage">
    <vt:lpwstr>1;#English|4fdbed3b-6a44-4657-b275-fbb5e61ca95d</vt:lpwstr>
  </property>
  <property fmtid="{D5CDD505-2E9C-101B-9397-08002B2CF9AE}" pid="7" name="e0ce8190e8a5418fa47a603f93a86e47">
    <vt:lpwstr/>
  </property>
  <property fmtid="{D5CDD505-2E9C-101B-9397-08002B2CF9AE}" pid="8" name="WD_Topic">
    <vt:lpwstr/>
  </property>
  <property fmtid="{D5CDD505-2E9C-101B-9397-08002B2CF9AE}" pid="9" name="WD_DocumentType">
    <vt:lpwstr/>
  </property>
</Properties>
</file>